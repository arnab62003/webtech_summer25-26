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9" d="100"/>
          <a:sy n="99" d="100"/>
        </p:scale>
        <p:origin x="19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09106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Spring 25-26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Rifat Al Mamun Rudro &lt;mamun.rudro@aiub.edu&gt;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0" ma:contentTypeDescription="Create a new document." ma:contentTypeScope="" ma:versionID="7a97f78d27fec4948427116604417f5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C511FE-A6B0-43E9-84C9-CFF4000B24AB}"/>
</file>

<file path=customXml/itemProps2.xml><?xml version="1.0" encoding="utf-8"?>
<ds:datastoreItem xmlns:ds="http://schemas.openxmlformats.org/officeDocument/2006/customXml" ds:itemID="{77E2BC9C-92AF-4175-A84E-575BF6BE16E2}"/>
</file>

<file path=customXml/itemProps3.xml><?xml version="1.0" encoding="utf-8"?>
<ds:datastoreItem xmlns:ds="http://schemas.openxmlformats.org/officeDocument/2006/customXml" ds:itemID="{156A9156-6377-4C1E-A021-D6674AD6AE83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319</TotalTime>
  <Words>1627</Words>
  <Application>Microsoft Office PowerPoint</Application>
  <PresentationFormat>On-screen Show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RIFAT AL MAMUN RUDRO</cp:lastModifiedBy>
  <cp:revision>14</cp:revision>
  <dcterms:created xsi:type="dcterms:W3CDTF">2018-12-10T17:20:29Z</dcterms:created>
  <dcterms:modified xsi:type="dcterms:W3CDTF">2026-02-23T06:05:48Z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