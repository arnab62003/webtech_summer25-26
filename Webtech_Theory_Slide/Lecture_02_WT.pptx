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7" r:id="rId3"/>
    <p:sldId id="266" r:id="rId4"/>
    <p:sldId id="319" r:id="rId5"/>
    <p:sldId id="320" r:id="rId6"/>
    <p:sldId id="322" r:id="rId7"/>
    <p:sldId id="323" r:id="rId8"/>
    <p:sldId id="324" r:id="rId9"/>
    <p:sldId id="325" r:id="rId10"/>
    <p:sldId id="326" r:id="rId11"/>
    <p:sldId id="327" r:id="rId12"/>
    <p:sldId id="328" r:id="rId13"/>
    <p:sldId id="329" r:id="rId14"/>
    <p:sldId id="330" r:id="rId15"/>
    <p:sldId id="331" r:id="rId16"/>
    <p:sldId id="334" r:id="rId17"/>
    <p:sldId id="332" r:id="rId18"/>
    <p:sldId id="333" r:id="rId19"/>
    <p:sldId id="336" r:id="rId20"/>
    <p:sldId id="335" r:id="rId21"/>
    <p:sldId id="337" r:id="rId22"/>
    <p:sldId id="338" r:id="rId23"/>
    <p:sldId id="339" r:id="rId24"/>
    <p:sldId id="340" r:id="rId25"/>
    <p:sldId id="341" r:id="rId26"/>
    <p:sldId id="342" r:id="rId27"/>
    <p:sldId id="343" r:id="rId28"/>
    <p:sldId id="344" r:id="rId29"/>
    <p:sldId id="346" r:id="rId30"/>
    <p:sldId id="345" r:id="rId31"/>
    <p:sldId id="347" r:id="rId32"/>
    <p:sldId id="265" r:id="rId33"/>
    <p:sldId id="264"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90D459-A004-4915-81EC-24B3F049E30A}" v="9" dt="2026-06-22T02:14:10.3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100" d="100"/>
          <a:sy n="100" d="100"/>
        </p:scale>
        <p:origin x="191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FAT AL MAMUN RUDRO" userId="24b27b9a-aab3-4351-8aca-a88306e0f932" providerId="ADAL" clId="{DB9BBBDC-F455-4572-BF35-B25E0968203C}"/>
    <pc:docChg chg="custSel modSld modMainMaster">
      <pc:chgData name="RIFAT AL MAMUN RUDRO" userId="24b27b9a-aab3-4351-8aca-a88306e0f932" providerId="ADAL" clId="{DB9BBBDC-F455-4572-BF35-B25E0968203C}" dt="2026-06-22T02:16:29.159" v="151" actId="2711"/>
      <pc:docMkLst>
        <pc:docMk/>
      </pc:docMkLst>
      <pc:sldChg chg="modSp mod">
        <pc:chgData name="RIFAT AL MAMUN RUDRO" userId="24b27b9a-aab3-4351-8aca-a88306e0f932" providerId="ADAL" clId="{DB9BBBDC-F455-4572-BF35-B25E0968203C}" dt="2026-06-21T06:48:22.189" v="12" actId="2711"/>
        <pc:sldMkLst>
          <pc:docMk/>
          <pc:sldMk cId="700707328" sldId="256"/>
        </pc:sldMkLst>
        <pc:spChg chg="mod">
          <ac:chgData name="RIFAT AL MAMUN RUDRO" userId="24b27b9a-aab3-4351-8aca-a88306e0f932" providerId="ADAL" clId="{DB9BBBDC-F455-4572-BF35-B25E0968203C}" dt="2026-06-21T06:48:22.189" v="12" actId="2711"/>
          <ac:spMkLst>
            <pc:docMk/>
            <pc:sldMk cId="700707328" sldId="256"/>
            <ac:spMk id="2" creationId="{00000000-0000-0000-0000-000000000000}"/>
          </ac:spMkLst>
        </pc:spChg>
        <pc:spChg chg="mod">
          <ac:chgData name="RIFAT AL MAMUN RUDRO" userId="24b27b9a-aab3-4351-8aca-a88306e0f932" providerId="ADAL" clId="{DB9BBBDC-F455-4572-BF35-B25E0968203C}" dt="2026-06-21T06:48:22.189" v="12" actId="2711"/>
          <ac:spMkLst>
            <pc:docMk/>
            <pc:sldMk cId="700707328" sldId="256"/>
            <ac:spMk id="3" creationId="{00000000-0000-0000-0000-000000000000}"/>
          </ac:spMkLst>
        </pc:spChg>
        <pc:spChg chg="mod">
          <ac:chgData name="RIFAT AL MAMUN RUDRO" userId="24b27b9a-aab3-4351-8aca-a88306e0f932" providerId="ADAL" clId="{DB9BBBDC-F455-4572-BF35-B25E0968203C}" dt="2026-06-21T06:48:22.189" v="12" actId="2711"/>
          <ac:spMkLst>
            <pc:docMk/>
            <pc:sldMk cId="700707328" sldId="256"/>
            <ac:spMk id="4" creationId="{00000000-0000-0000-0000-000000000000}"/>
          </ac:spMkLst>
        </pc:spChg>
        <pc:spChg chg="mod">
          <ac:chgData name="RIFAT AL MAMUN RUDRO" userId="24b27b9a-aab3-4351-8aca-a88306e0f932" providerId="ADAL" clId="{DB9BBBDC-F455-4572-BF35-B25E0968203C}" dt="2026-06-21T06:48:22.189" v="12" actId="2711"/>
          <ac:spMkLst>
            <pc:docMk/>
            <pc:sldMk cId="700707328" sldId="256"/>
            <ac:spMk id="8" creationId="{FF0F860A-68ED-3A45-9B2E-50E8CE1BC6B7}"/>
          </ac:spMkLst>
        </pc:spChg>
        <pc:graphicFrameChg chg="modGraphic">
          <ac:chgData name="RIFAT AL MAMUN RUDRO" userId="24b27b9a-aab3-4351-8aca-a88306e0f932" providerId="ADAL" clId="{DB9BBBDC-F455-4572-BF35-B25E0968203C}" dt="2026-06-21T06:47:53.326" v="11" actId="20577"/>
          <ac:graphicFrameMkLst>
            <pc:docMk/>
            <pc:sldMk cId="700707328" sldId="256"/>
            <ac:graphicFrameMk id="7" creationId="{29FF08AD-7519-4C4A-8E0D-640DF5BB5E58}"/>
          </ac:graphicFrameMkLst>
        </pc:graphicFrameChg>
      </pc:sldChg>
      <pc:sldChg chg="modSp mod">
        <pc:chgData name="RIFAT AL MAMUN RUDRO" userId="24b27b9a-aab3-4351-8aca-a88306e0f932" providerId="ADAL" clId="{DB9BBBDC-F455-4572-BF35-B25E0968203C}" dt="2026-06-21T06:48:34.525" v="13" actId="2711"/>
        <pc:sldMkLst>
          <pc:docMk/>
          <pc:sldMk cId="424874041" sldId="257"/>
        </pc:sldMkLst>
        <pc:spChg chg="mod">
          <ac:chgData name="RIFAT AL MAMUN RUDRO" userId="24b27b9a-aab3-4351-8aca-a88306e0f932" providerId="ADAL" clId="{DB9BBBDC-F455-4572-BF35-B25E0968203C}" dt="2026-06-21T06:48:34.525" v="13" actId="2711"/>
          <ac:spMkLst>
            <pc:docMk/>
            <pc:sldMk cId="424874041" sldId="257"/>
            <ac:spMk id="2" creationId="{00000000-0000-0000-0000-000000000000}"/>
          </ac:spMkLst>
        </pc:spChg>
        <pc:spChg chg="mod">
          <ac:chgData name="RIFAT AL MAMUN RUDRO" userId="24b27b9a-aab3-4351-8aca-a88306e0f932" providerId="ADAL" clId="{DB9BBBDC-F455-4572-BF35-B25E0968203C}" dt="2026-06-21T06:48:34.525" v="13" actId="2711"/>
          <ac:spMkLst>
            <pc:docMk/>
            <pc:sldMk cId="424874041" sldId="257"/>
            <ac:spMk id="3" creationId="{00000000-0000-0000-0000-000000000000}"/>
          </ac:spMkLst>
        </pc:spChg>
      </pc:sldChg>
      <pc:sldChg chg="modSp mod">
        <pc:chgData name="RIFAT AL MAMUN RUDRO" userId="24b27b9a-aab3-4351-8aca-a88306e0f932" providerId="ADAL" clId="{DB9BBBDC-F455-4572-BF35-B25E0968203C}" dt="2026-06-21T06:48:46.700" v="14" actId="2711"/>
        <pc:sldMkLst>
          <pc:docMk/>
          <pc:sldMk cId="2134390752" sldId="266"/>
        </pc:sldMkLst>
        <pc:spChg chg="mod">
          <ac:chgData name="RIFAT AL MAMUN RUDRO" userId="24b27b9a-aab3-4351-8aca-a88306e0f932" providerId="ADAL" clId="{DB9BBBDC-F455-4572-BF35-B25E0968203C}" dt="2026-06-21T06:48:46.700" v="14" actId="2711"/>
          <ac:spMkLst>
            <pc:docMk/>
            <pc:sldMk cId="2134390752" sldId="266"/>
            <ac:spMk id="2" creationId="{00000000-0000-0000-0000-000000000000}"/>
          </ac:spMkLst>
        </pc:spChg>
        <pc:spChg chg="mod">
          <ac:chgData name="RIFAT AL MAMUN RUDRO" userId="24b27b9a-aab3-4351-8aca-a88306e0f932" providerId="ADAL" clId="{DB9BBBDC-F455-4572-BF35-B25E0968203C}" dt="2026-06-21T06:48:46.700" v="14" actId="2711"/>
          <ac:spMkLst>
            <pc:docMk/>
            <pc:sldMk cId="2134390752" sldId="266"/>
            <ac:spMk id="5" creationId="{3322CB79-31E6-2043-9768-6699756B1FD4}"/>
          </ac:spMkLst>
        </pc:spChg>
        <pc:spChg chg="mod">
          <ac:chgData name="RIFAT AL MAMUN RUDRO" userId="24b27b9a-aab3-4351-8aca-a88306e0f932" providerId="ADAL" clId="{DB9BBBDC-F455-4572-BF35-B25E0968203C}" dt="2026-06-21T06:48:46.700" v="14" actId="2711"/>
          <ac:spMkLst>
            <pc:docMk/>
            <pc:sldMk cId="2134390752" sldId="266"/>
            <ac:spMk id="6" creationId="{37C26D19-85DA-834B-9600-C9820C508897}"/>
          </ac:spMkLst>
        </pc:spChg>
      </pc:sldChg>
      <pc:sldChg chg="modSp mod">
        <pc:chgData name="RIFAT AL MAMUN RUDRO" userId="24b27b9a-aab3-4351-8aca-a88306e0f932" providerId="ADAL" clId="{DB9BBBDC-F455-4572-BF35-B25E0968203C}" dt="2026-06-21T06:49:02.036" v="16" actId="2711"/>
        <pc:sldMkLst>
          <pc:docMk/>
          <pc:sldMk cId="3101342764" sldId="319"/>
        </pc:sldMkLst>
        <pc:spChg chg="mod">
          <ac:chgData name="RIFAT AL MAMUN RUDRO" userId="24b27b9a-aab3-4351-8aca-a88306e0f932" providerId="ADAL" clId="{DB9BBBDC-F455-4572-BF35-B25E0968203C}" dt="2026-06-21T06:49:02.036" v="16" actId="2711"/>
          <ac:spMkLst>
            <pc:docMk/>
            <pc:sldMk cId="3101342764" sldId="319"/>
            <ac:spMk id="3" creationId="{56CD2EA8-B54C-CE4F-A943-BFB367453E0E}"/>
          </ac:spMkLst>
        </pc:spChg>
        <pc:spChg chg="mod">
          <ac:chgData name="RIFAT AL MAMUN RUDRO" userId="24b27b9a-aab3-4351-8aca-a88306e0f932" providerId="ADAL" clId="{DB9BBBDC-F455-4572-BF35-B25E0968203C}" dt="2026-06-21T06:49:02.036" v="16" actId="2711"/>
          <ac:spMkLst>
            <pc:docMk/>
            <pc:sldMk cId="3101342764" sldId="319"/>
            <ac:spMk id="4" creationId="{00000000-0000-0000-0000-000000000000}"/>
          </ac:spMkLst>
        </pc:spChg>
        <pc:spChg chg="mod">
          <ac:chgData name="RIFAT AL MAMUN RUDRO" userId="24b27b9a-aab3-4351-8aca-a88306e0f932" providerId="ADAL" clId="{DB9BBBDC-F455-4572-BF35-B25E0968203C}" dt="2026-06-21T06:49:02.036" v="16" actId="2711"/>
          <ac:spMkLst>
            <pc:docMk/>
            <pc:sldMk cId="3101342764" sldId="319"/>
            <ac:spMk id="5" creationId="{FD45DDD7-120A-4B96-BB66-B26C3FBFDC87}"/>
          </ac:spMkLst>
        </pc:spChg>
      </pc:sldChg>
      <pc:sldChg chg="modSp mod">
        <pc:chgData name="RIFAT AL MAMUN RUDRO" userId="24b27b9a-aab3-4351-8aca-a88306e0f932" providerId="ADAL" clId="{DB9BBBDC-F455-4572-BF35-B25E0968203C}" dt="2026-06-21T06:49:22.409" v="18" actId="14100"/>
        <pc:sldMkLst>
          <pc:docMk/>
          <pc:sldMk cId="2798130253" sldId="320"/>
        </pc:sldMkLst>
        <pc:spChg chg="mod">
          <ac:chgData name="RIFAT AL MAMUN RUDRO" userId="24b27b9a-aab3-4351-8aca-a88306e0f932" providerId="ADAL" clId="{DB9BBBDC-F455-4572-BF35-B25E0968203C}" dt="2026-06-21T06:49:22.409" v="18" actId="14100"/>
          <ac:spMkLst>
            <pc:docMk/>
            <pc:sldMk cId="2798130253" sldId="320"/>
            <ac:spMk id="3" creationId="{56CD2EA8-B54C-CE4F-A943-BFB367453E0E}"/>
          </ac:spMkLst>
        </pc:spChg>
        <pc:spChg chg="mod">
          <ac:chgData name="RIFAT AL MAMUN RUDRO" userId="24b27b9a-aab3-4351-8aca-a88306e0f932" providerId="ADAL" clId="{DB9BBBDC-F455-4572-BF35-B25E0968203C}" dt="2026-06-21T06:49:22.409" v="18" actId="14100"/>
          <ac:spMkLst>
            <pc:docMk/>
            <pc:sldMk cId="2798130253" sldId="320"/>
            <ac:spMk id="4" creationId="{00000000-0000-0000-0000-000000000000}"/>
          </ac:spMkLst>
        </pc:spChg>
      </pc:sldChg>
      <pc:sldChg chg="delSp modSp mod">
        <pc:chgData name="RIFAT AL MAMUN RUDRO" userId="24b27b9a-aab3-4351-8aca-a88306e0f932" providerId="ADAL" clId="{DB9BBBDC-F455-4572-BF35-B25E0968203C}" dt="2026-06-21T06:49:43.945" v="20" actId="2711"/>
        <pc:sldMkLst>
          <pc:docMk/>
          <pc:sldMk cId="172056113" sldId="322"/>
        </pc:sldMkLst>
        <pc:spChg chg="mod">
          <ac:chgData name="RIFAT AL MAMUN RUDRO" userId="24b27b9a-aab3-4351-8aca-a88306e0f932" providerId="ADAL" clId="{DB9BBBDC-F455-4572-BF35-B25E0968203C}" dt="2026-06-21T06:49:43.945" v="20" actId="2711"/>
          <ac:spMkLst>
            <pc:docMk/>
            <pc:sldMk cId="172056113" sldId="322"/>
            <ac:spMk id="2" creationId="{00000000-0000-0000-0000-000000000000}"/>
          </ac:spMkLst>
        </pc:spChg>
        <pc:spChg chg="mod">
          <ac:chgData name="RIFAT AL MAMUN RUDRO" userId="24b27b9a-aab3-4351-8aca-a88306e0f932" providerId="ADAL" clId="{DB9BBBDC-F455-4572-BF35-B25E0968203C}" dt="2026-06-21T06:49:43.945" v="20" actId="2711"/>
          <ac:spMkLst>
            <pc:docMk/>
            <pc:sldMk cId="172056113" sldId="322"/>
            <ac:spMk id="3" creationId="{68710762-839A-41F8-84A0-2FFA7B32CCE0}"/>
          </ac:spMkLst>
        </pc:spChg>
        <pc:spChg chg="del">
          <ac:chgData name="RIFAT AL MAMUN RUDRO" userId="24b27b9a-aab3-4351-8aca-a88306e0f932" providerId="ADAL" clId="{DB9BBBDC-F455-4572-BF35-B25E0968203C}" dt="2026-06-21T06:49:37.060" v="19" actId="21"/>
          <ac:spMkLst>
            <pc:docMk/>
            <pc:sldMk cId="172056113" sldId="322"/>
            <ac:spMk id="5" creationId="{3322CB79-31E6-2043-9768-6699756B1FD4}"/>
          </ac:spMkLst>
        </pc:spChg>
        <pc:picChg chg="mod">
          <ac:chgData name="RIFAT AL MAMUN RUDRO" userId="24b27b9a-aab3-4351-8aca-a88306e0f932" providerId="ADAL" clId="{DB9BBBDC-F455-4572-BF35-B25E0968203C}" dt="2026-06-21T06:49:43.945" v="20" actId="2711"/>
          <ac:picMkLst>
            <pc:docMk/>
            <pc:sldMk cId="172056113" sldId="322"/>
            <ac:picMk id="1026" creationId="{C181C03E-040C-4423-AFC6-6024FB0EB4F0}"/>
          </ac:picMkLst>
        </pc:picChg>
      </pc:sldChg>
      <pc:sldChg chg="modSp mod">
        <pc:chgData name="RIFAT AL MAMUN RUDRO" userId="24b27b9a-aab3-4351-8aca-a88306e0f932" providerId="ADAL" clId="{DB9BBBDC-F455-4572-BF35-B25E0968203C}" dt="2026-06-21T06:49:54.232" v="21" actId="2711"/>
        <pc:sldMkLst>
          <pc:docMk/>
          <pc:sldMk cId="905408135" sldId="323"/>
        </pc:sldMkLst>
        <pc:spChg chg="mod">
          <ac:chgData name="RIFAT AL MAMUN RUDRO" userId="24b27b9a-aab3-4351-8aca-a88306e0f932" providerId="ADAL" clId="{DB9BBBDC-F455-4572-BF35-B25E0968203C}" dt="2026-06-21T06:49:54.232" v="21" actId="2711"/>
          <ac:spMkLst>
            <pc:docMk/>
            <pc:sldMk cId="905408135" sldId="323"/>
            <ac:spMk id="3" creationId="{56CD2EA8-B54C-CE4F-A943-BFB367453E0E}"/>
          </ac:spMkLst>
        </pc:spChg>
        <pc:spChg chg="mod">
          <ac:chgData name="RIFAT AL MAMUN RUDRO" userId="24b27b9a-aab3-4351-8aca-a88306e0f932" providerId="ADAL" clId="{DB9BBBDC-F455-4572-BF35-B25E0968203C}" dt="2026-06-21T06:49:54.232" v="21" actId="2711"/>
          <ac:spMkLst>
            <pc:docMk/>
            <pc:sldMk cId="905408135" sldId="323"/>
            <ac:spMk id="4" creationId="{00000000-0000-0000-0000-000000000000}"/>
          </ac:spMkLst>
        </pc:spChg>
        <pc:spChg chg="mod">
          <ac:chgData name="RIFAT AL MAMUN RUDRO" userId="24b27b9a-aab3-4351-8aca-a88306e0f932" providerId="ADAL" clId="{DB9BBBDC-F455-4572-BF35-B25E0968203C}" dt="2026-06-21T06:49:54.232" v="21" actId="2711"/>
          <ac:spMkLst>
            <pc:docMk/>
            <pc:sldMk cId="905408135" sldId="323"/>
            <ac:spMk id="6" creationId="{FACCBFDE-DD95-4059-951A-F3AB290ACF69}"/>
          </ac:spMkLst>
        </pc:spChg>
        <pc:spChg chg="mod">
          <ac:chgData name="RIFAT AL MAMUN RUDRO" userId="24b27b9a-aab3-4351-8aca-a88306e0f932" providerId="ADAL" clId="{DB9BBBDC-F455-4572-BF35-B25E0968203C}" dt="2026-06-21T06:49:54.232" v="21" actId="2711"/>
          <ac:spMkLst>
            <pc:docMk/>
            <pc:sldMk cId="905408135" sldId="323"/>
            <ac:spMk id="7" creationId="{F6E49A25-AB2A-4390-80A8-F2B12692053A}"/>
          </ac:spMkLst>
        </pc:spChg>
      </pc:sldChg>
      <pc:sldChg chg="delSp modSp mod">
        <pc:chgData name="RIFAT AL MAMUN RUDRO" userId="24b27b9a-aab3-4351-8aca-a88306e0f932" providerId="ADAL" clId="{DB9BBBDC-F455-4572-BF35-B25E0968203C}" dt="2026-06-21T06:50:05.549" v="23" actId="2711"/>
        <pc:sldMkLst>
          <pc:docMk/>
          <pc:sldMk cId="234564138" sldId="324"/>
        </pc:sldMkLst>
        <pc:spChg chg="mod">
          <ac:chgData name="RIFAT AL MAMUN RUDRO" userId="24b27b9a-aab3-4351-8aca-a88306e0f932" providerId="ADAL" clId="{DB9BBBDC-F455-4572-BF35-B25E0968203C}" dt="2026-06-21T06:50:05.549" v="23" actId="2711"/>
          <ac:spMkLst>
            <pc:docMk/>
            <pc:sldMk cId="234564138" sldId="324"/>
            <ac:spMk id="2" creationId="{00000000-0000-0000-0000-000000000000}"/>
          </ac:spMkLst>
        </pc:spChg>
        <pc:spChg chg="mod">
          <ac:chgData name="RIFAT AL MAMUN RUDRO" userId="24b27b9a-aab3-4351-8aca-a88306e0f932" providerId="ADAL" clId="{DB9BBBDC-F455-4572-BF35-B25E0968203C}" dt="2026-06-21T06:50:05.549" v="23" actId="2711"/>
          <ac:spMkLst>
            <pc:docMk/>
            <pc:sldMk cId="234564138" sldId="324"/>
            <ac:spMk id="3" creationId="{68710762-839A-41F8-84A0-2FFA7B32CCE0}"/>
          </ac:spMkLst>
        </pc:spChg>
        <pc:spChg chg="del">
          <ac:chgData name="RIFAT AL MAMUN RUDRO" userId="24b27b9a-aab3-4351-8aca-a88306e0f932" providerId="ADAL" clId="{DB9BBBDC-F455-4572-BF35-B25E0968203C}" dt="2026-06-21T06:50:02.106" v="22" actId="21"/>
          <ac:spMkLst>
            <pc:docMk/>
            <pc:sldMk cId="234564138" sldId="324"/>
            <ac:spMk id="5" creationId="{3322CB79-31E6-2043-9768-6699756B1FD4}"/>
          </ac:spMkLst>
        </pc:spChg>
      </pc:sldChg>
      <pc:sldChg chg="modSp mod">
        <pc:chgData name="RIFAT AL MAMUN RUDRO" userId="24b27b9a-aab3-4351-8aca-a88306e0f932" providerId="ADAL" clId="{DB9BBBDC-F455-4572-BF35-B25E0968203C}" dt="2026-06-21T06:50:18.500" v="25" actId="27636"/>
        <pc:sldMkLst>
          <pc:docMk/>
          <pc:sldMk cId="630739834" sldId="325"/>
        </pc:sldMkLst>
        <pc:spChg chg="mod">
          <ac:chgData name="RIFAT AL MAMUN RUDRO" userId="24b27b9a-aab3-4351-8aca-a88306e0f932" providerId="ADAL" clId="{DB9BBBDC-F455-4572-BF35-B25E0968203C}" dt="2026-06-21T06:50:18.468" v="24" actId="2711"/>
          <ac:spMkLst>
            <pc:docMk/>
            <pc:sldMk cId="630739834" sldId="325"/>
            <ac:spMk id="3" creationId="{56CD2EA8-B54C-CE4F-A943-BFB367453E0E}"/>
          </ac:spMkLst>
        </pc:spChg>
        <pc:spChg chg="mod">
          <ac:chgData name="RIFAT AL MAMUN RUDRO" userId="24b27b9a-aab3-4351-8aca-a88306e0f932" providerId="ADAL" clId="{DB9BBBDC-F455-4572-BF35-B25E0968203C}" dt="2026-06-21T06:50:18.500" v="25" actId="27636"/>
          <ac:spMkLst>
            <pc:docMk/>
            <pc:sldMk cId="630739834" sldId="325"/>
            <ac:spMk id="4" creationId="{00000000-0000-0000-0000-000000000000}"/>
          </ac:spMkLst>
        </pc:spChg>
      </pc:sldChg>
      <pc:sldChg chg="modSp mod">
        <pc:chgData name="RIFAT AL MAMUN RUDRO" userId="24b27b9a-aab3-4351-8aca-a88306e0f932" providerId="ADAL" clId="{DB9BBBDC-F455-4572-BF35-B25E0968203C}" dt="2026-06-21T06:50:29.318" v="26" actId="2711"/>
        <pc:sldMkLst>
          <pc:docMk/>
          <pc:sldMk cId="3640731902" sldId="326"/>
        </pc:sldMkLst>
        <pc:spChg chg="mod">
          <ac:chgData name="RIFAT AL MAMUN RUDRO" userId="24b27b9a-aab3-4351-8aca-a88306e0f932" providerId="ADAL" clId="{DB9BBBDC-F455-4572-BF35-B25E0968203C}" dt="2026-06-21T06:50:29.318" v="26" actId="2711"/>
          <ac:spMkLst>
            <pc:docMk/>
            <pc:sldMk cId="3640731902" sldId="326"/>
            <ac:spMk id="3" creationId="{56CD2EA8-B54C-CE4F-A943-BFB367453E0E}"/>
          </ac:spMkLst>
        </pc:spChg>
      </pc:sldChg>
      <pc:sldChg chg="modSp mod">
        <pc:chgData name="RIFAT AL MAMUN RUDRO" userId="24b27b9a-aab3-4351-8aca-a88306e0f932" providerId="ADAL" clId="{DB9BBBDC-F455-4572-BF35-B25E0968203C}" dt="2026-06-21T06:50:58.062" v="29" actId="14100"/>
        <pc:sldMkLst>
          <pc:docMk/>
          <pc:sldMk cId="4001931028" sldId="327"/>
        </pc:sldMkLst>
        <pc:spChg chg="mod">
          <ac:chgData name="RIFAT AL MAMUN RUDRO" userId="24b27b9a-aab3-4351-8aca-a88306e0f932" providerId="ADAL" clId="{DB9BBBDC-F455-4572-BF35-B25E0968203C}" dt="2026-06-21T06:50:58.062" v="29" actId="14100"/>
          <ac:spMkLst>
            <pc:docMk/>
            <pc:sldMk cId="4001931028" sldId="327"/>
            <ac:spMk id="3" creationId="{56CD2EA8-B54C-CE4F-A943-BFB367453E0E}"/>
          </ac:spMkLst>
        </pc:spChg>
        <pc:spChg chg="mod">
          <ac:chgData name="RIFAT AL MAMUN RUDRO" userId="24b27b9a-aab3-4351-8aca-a88306e0f932" providerId="ADAL" clId="{DB9BBBDC-F455-4572-BF35-B25E0968203C}" dt="2026-06-21T06:50:51.554" v="28" actId="27636"/>
          <ac:spMkLst>
            <pc:docMk/>
            <pc:sldMk cId="4001931028" sldId="327"/>
            <ac:spMk id="4" creationId="{00000000-0000-0000-0000-000000000000}"/>
          </ac:spMkLst>
        </pc:spChg>
      </pc:sldChg>
      <pc:sldChg chg="modSp mod">
        <pc:chgData name="RIFAT AL MAMUN RUDRO" userId="24b27b9a-aab3-4351-8aca-a88306e0f932" providerId="ADAL" clId="{DB9BBBDC-F455-4572-BF35-B25E0968203C}" dt="2026-06-21T06:51:14.531" v="30" actId="2711"/>
        <pc:sldMkLst>
          <pc:docMk/>
          <pc:sldMk cId="4187470031" sldId="328"/>
        </pc:sldMkLst>
        <pc:spChg chg="mod">
          <ac:chgData name="RIFAT AL MAMUN RUDRO" userId="24b27b9a-aab3-4351-8aca-a88306e0f932" providerId="ADAL" clId="{DB9BBBDC-F455-4572-BF35-B25E0968203C}" dt="2026-06-21T06:51:14.531" v="30" actId="2711"/>
          <ac:spMkLst>
            <pc:docMk/>
            <pc:sldMk cId="4187470031" sldId="328"/>
            <ac:spMk id="3" creationId="{56CD2EA8-B54C-CE4F-A943-BFB367453E0E}"/>
          </ac:spMkLst>
        </pc:spChg>
        <pc:spChg chg="mod">
          <ac:chgData name="RIFAT AL MAMUN RUDRO" userId="24b27b9a-aab3-4351-8aca-a88306e0f932" providerId="ADAL" clId="{DB9BBBDC-F455-4572-BF35-B25E0968203C}" dt="2026-06-21T06:51:14.531" v="30" actId="2711"/>
          <ac:spMkLst>
            <pc:docMk/>
            <pc:sldMk cId="4187470031" sldId="328"/>
            <ac:spMk id="4" creationId="{00000000-0000-0000-0000-000000000000}"/>
          </ac:spMkLst>
        </pc:spChg>
      </pc:sldChg>
      <pc:sldChg chg="modSp mod">
        <pc:chgData name="RIFAT AL MAMUN RUDRO" userId="24b27b9a-aab3-4351-8aca-a88306e0f932" providerId="ADAL" clId="{DB9BBBDC-F455-4572-BF35-B25E0968203C}" dt="2026-06-21T06:51:23.925" v="31" actId="2711"/>
        <pc:sldMkLst>
          <pc:docMk/>
          <pc:sldMk cId="2017061838" sldId="329"/>
        </pc:sldMkLst>
        <pc:spChg chg="mod">
          <ac:chgData name="RIFAT AL MAMUN RUDRO" userId="24b27b9a-aab3-4351-8aca-a88306e0f932" providerId="ADAL" clId="{DB9BBBDC-F455-4572-BF35-B25E0968203C}" dt="2026-06-21T06:51:23.925" v="31" actId="2711"/>
          <ac:spMkLst>
            <pc:docMk/>
            <pc:sldMk cId="2017061838" sldId="329"/>
            <ac:spMk id="3" creationId="{56CD2EA8-B54C-CE4F-A943-BFB367453E0E}"/>
          </ac:spMkLst>
        </pc:spChg>
        <pc:spChg chg="mod">
          <ac:chgData name="RIFAT AL MAMUN RUDRO" userId="24b27b9a-aab3-4351-8aca-a88306e0f932" providerId="ADAL" clId="{DB9BBBDC-F455-4572-BF35-B25E0968203C}" dt="2026-06-21T06:51:23.925" v="31" actId="2711"/>
          <ac:spMkLst>
            <pc:docMk/>
            <pc:sldMk cId="2017061838" sldId="329"/>
            <ac:spMk id="4" creationId="{00000000-0000-0000-0000-000000000000}"/>
          </ac:spMkLst>
        </pc:spChg>
      </pc:sldChg>
      <pc:sldChg chg="delSp modSp mod">
        <pc:chgData name="RIFAT AL MAMUN RUDRO" userId="24b27b9a-aab3-4351-8aca-a88306e0f932" providerId="ADAL" clId="{DB9BBBDC-F455-4572-BF35-B25E0968203C}" dt="2026-06-22T02:12:43.528" v="83" actId="207"/>
        <pc:sldMkLst>
          <pc:docMk/>
          <pc:sldMk cId="3599766810" sldId="330"/>
        </pc:sldMkLst>
        <pc:spChg chg="mod">
          <ac:chgData name="RIFAT AL MAMUN RUDRO" userId="24b27b9a-aab3-4351-8aca-a88306e0f932" providerId="ADAL" clId="{DB9BBBDC-F455-4572-BF35-B25E0968203C}" dt="2026-06-22T02:11:53.281" v="35" actId="2711"/>
          <ac:spMkLst>
            <pc:docMk/>
            <pc:sldMk cId="3599766810" sldId="330"/>
            <ac:spMk id="2" creationId="{00000000-0000-0000-0000-000000000000}"/>
          </ac:spMkLst>
        </pc:spChg>
        <pc:spChg chg="mod">
          <ac:chgData name="RIFAT AL MAMUN RUDRO" userId="24b27b9a-aab3-4351-8aca-a88306e0f932" providerId="ADAL" clId="{DB9BBBDC-F455-4572-BF35-B25E0968203C}" dt="2026-06-22T02:12:43.528" v="83" actId="207"/>
          <ac:spMkLst>
            <pc:docMk/>
            <pc:sldMk cId="3599766810" sldId="330"/>
            <ac:spMk id="3" creationId="{68710762-839A-41F8-84A0-2FFA7B32CCE0}"/>
          </ac:spMkLst>
        </pc:spChg>
        <pc:spChg chg="del">
          <ac:chgData name="RIFAT AL MAMUN RUDRO" userId="24b27b9a-aab3-4351-8aca-a88306e0f932" providerId="ADAL" clId="{DB9BBBDC-F455-4572-BF35-B25E0968203C}" dt="2026-06-22T02:11:48.365" v="34" actId="478"/>
          <ac:spMkLst>
            <pc:docMk/>
            <pc:sldMk cId="3599766810" sldId="330"/>
            <ac:spMk id="5" creationId="{3322CB79-31E6-2043-9768-6699756B1FD4}"/>
          </ac:spMkLst>
        </pc:spChg>
      </pc:sldChg>
      <pc:sldChg chg="modSp mod">
        <pc:chgData name="RIFAT AL MAMUN RUDRO" userId="24b27b9a-aab3-4351-8aca-a88306e0f932" providerId="ADAL" clId="{DB9BBBDC-F455-4572-BF35-B25E0968203C}" dt="2026-06-22T02:13:27.727" v="91" actId="20577"/>
        <pc:sldMkLst>
          <pc:docMk/>
          <pc:sldMk cId="3749249888" sldId="331"/>
        </pc:sldMkLst>
        <pc:spChg chg="mod">
          <ac:chgData name="RIFAT AL MAMUN RUDRO" userId="24b27b9a-aab3-4351-8aca-a88306e0f932" providerId="ADAL" clId="{DB9BBBDC-F455-4572-BF35-B25E0968203C}" dt="2026-06-22T02:13:27.727" v="91" actId="20577"/>
          <ac:spMkLst>
            <pc:docMk/>
            <pc:sldMk cId="3749249888" sldId="331"/>
            <ac:spMk id="3" creationId="{56CD2EA8-B54C-CE4F-A943-BFB367453E0E}"/>
          </ac:spMkLst>
        </pc:spChg>
        <pc:spChg chg="mod">
          <ac:chgData name="RIFAT AL MAMUN RUDRO" userId="24b27b9a-aab3-4351-8aca-a88306e0f932" providerId="ADAL" clId="{DB9BBBDC-F455-4572-BF35-B25E0968203C}" dt="2026-06-22T02:12:56.809" v="84" actId="2711"/>
          <ac:spMkLst>
            <pc:docMk/>
            <pc:sldMk cId="3749249888" sldId="331"/>
            <ac:spMk id="4" creationId="{00000000-0000-0000-0000-000000000000}"/>
          </ac:spMkLst>
        </pc:spChg>
      </pc:sldChg>
      <pc:sldChg chg="modSp mod">
        <pc:chgData name="RIFAT AL MAMUN RUDRO" userId="24b27b9a-aab3-4351-8aca-a88306e0f932" providerId="ADAL" clId="{DB9BBBDC-F455-4572-BF35-B25E0968203C}" dt="2026-06-22T02:13:43.090" v="92" actId="2711"/>
        <pc:sldMkLst>
          <pc:docMk/>
          <pc:sldMk cId="1393705652" sldId="334"/>
        </pc:sldMkLst>
        <pc:spChg chg="mod">
          <ac:chgData name="RIFAT AL MAMUN RUDRO" userId="24b27b9a-aab3-4351-8aca-a88306e0f932" providerId="ADAL" clId="{DB9BBBDC-F455-4572-BF35-B25E0968203C}" dt="2026-06-22T02:13:43.090" v="92" actId="2711"/>
          <ac:spMkLst>
            <pc:docMk/>
            <pc:sldMk cId="1393705652" sldId="334"/>
            <ac:spMk id="3" creationId="{56CD2EA8-B54C-CE4F-A943-BFB367453E0E}"/>
          </ac:spMkLst>
        </pc:spChg>
        <pc:spChg chg="mod">
          <ac:chgData name="RIFAT AL MAMUN RUDRO" userId="24b27b9a-aab3-4351-8aca-a88306e0f932" providerId="ADAL" clId="{DB9BBBDC-F455-4572-BF35-B25E0968203C}" dt="2026-06-22T02:13:43.090" v="92" actId="2711"/>
          <ac:spMkLst>
            <pc:docMk/>
            <pc:sldMk cId="1393705652" sldId="334"/>
            <ac:spMk id="4" creationId="{00000000-0000-0000-0000-000000000000}"/>
          </ac:spMkLst>
        </pc:spChg>
      </pc:sldChg>
      <pc:sldChg chg="modSp mod">
        <pc:chgData name="RIFAT AL MAMUN RUDRO" userId="24b27b9a-aab3-4351-8aca-a88306e0f932" providerId="ADAL" clId="{DB9BBBDC-F455-4572-BF35-B25E0968203C}" dt="2026-06-22T02:14:22.314" v="97" actId="2711"/>
        <pc:sldMkLst>
          <pc:docMk/>
          <pc:sldMk cId="3756401921" sldId="335"/>
        </pc:sldMkLst>
        <pc:spChg chg="mod">
          <ac:chgData name="RIFAT AL MAMUN RUDRO" userId="24b27b9a-aab3-4351-8aca-a88306e0f932" providerId="ADAL" clId="{DB9BBBDC-F455-4572-BF35-B25E0968203C}" dt="2026-06-22T02:14:22.314" v="97" actId="2711"/>
          <ac:spMkLst>
            <pc:docMk/>
            <pc:sldMk cId="3756401921" sldId="335"/>
            <ac:spMk id="3" creationId="{56CD2EA8-B54C-CE4F-A943-BFB367453E0E}"/>
          </ac:spMkLst>
        </pc:spChg>
        <pc:spChg chg="mod">
          <ac:chgData name="RIFAT AL MAMUN RUDRO" userId="24b27b9a-aab3-4351-8aca-a88306e0f932" providerId="ADAL" clId="{DB9BBBDC-F455-4572-BF35-B25E0968203C}" dt="2026-06-22T02:14:22.314" v="97" actId="2711"/>
          <ac:spMkLst>
            <pc:docMk/>
            <pc:sldMk cId="3756401921" sldId="335"/>
            <ac:spMk id="4" creationId="{00000000-0000-0000-0000-000000000000}"/>
          </ac:spMkLst>
        </pc:spChg>
      </pc:sldChg>
      <pc:sldChg chg="delSp modSp mod">
        <pc:chgData name="RIFAT AL MAMUN RUDRO" userId="24b27b9a-aab3-4351-8aca-a88306e0f932" providerId="ADAL" clId="{DB9BBBDC-F455-4572-BF35-B25E0968203C}" dt="2026-06-22T02:14:10.365" v="96" actId="2711"/>
        <pc:sldMkLst>
          <pc:docMk/>
          <pc:sldMk cId="2873804749" sldId="336"/>
        </pc:sldMkLst>
        <pc:spChg chg="mod">
          <ac:chgData name="RIFAT AL MAMUN RUDRO" userId="24b27b9a-aab3-4351-8aca-a88306e0f932" providerId="ADAL" clId="{DB9BBBDC-F455-4572-BF35-B25E0968203C}" dt="2026-06-22T02:14:10.365" v="96" actId="2711"/>
          <ac:spMkLst>
            <pc:docMk/>
            <pc:sldMk cId="2873804749" sldId="336"/>
            <ac:spMk id="2" creationId="{00000000-0000-0000-0000-000000000000}"/>
          </ac:spMkLst>
        </pc:spChg>
        <pc:spChg chg="mod">
          <ac:chgData name="RIFAT AL MAMUN RUDRO" userId="24b27b9a-aab3-4351-8aca-a88306e0f932" providerId="ADAL" clId="{DB9BBBDC-F455-4572-BF35-B25E0968203C}" dt="2026-06-22T02:14:10.365" v="96" actId="2711"/>
          <ac:spMkLst>
            <pc:docMk/>
            <pc:sldMk cId="2873804749" sldId="336"/>
            <ac:spMk id="3" creationId="{68710762-839A-41F8-84A0-2FFA7B32CCE0}"/>
          </ac:spMkLst>
        </pc:spChg>
        <pc:spChg chg="del">
          <ac:chgData name="RIFAT AL MAMUN RUDRO" userId="24b27b9a-aab3-4351-8aca-a88306e0f932" providerId="ADAL" clId="{DB9BBBDC-F455-4572-BF35-B25E0968203C}" dt="2026-06-22T02:13:54.527" v="93" actId="478"/>
          <ac:spMkLst>
            <pc:docMk/>
            <pc:sldMk cId="2873804749" sldId="336"/>
            <ac:spMk id="5" creationId="{3322CB79-31E6-2043-9768-6699756B1FD4}"/>
          </ac:spMkLst>
        </pc:spChg>
        <pc:picChg chg="mod">
          <ac:chgData name="RIFAT AL MAMUN RUDRO" userId="24b27b9a-aab3-4351-8aca-a88306e0f932" providerId="ADAL" clId="{DB9BBBDC-F455-4572-BF35-B25E0968203C}" dt="2026-06-22T02:14:10.365" v="96" actId="2711"/>
          <ac:picMkLst>
            <pc:docMk/>
            <pc:sldMk cId="2873804749" sldId="336"/>
            <ac:picMk id="4" creationId="{9B218E99-670E-4061-AD80-461F9E96E188}"/>
          </ac:picMkLst>
        </pc:picChg>
      </pc:sldChg>
      <pc:sldChg chg="modSp mod">
        <pc:chgData name="RIFAT AL MAMUN RUDRO" userId="24b27b9a-aab3-4351-8aca-a88306e0f932" providerId="ADAL" clId="{DB9BBBDC-F455-4572-BF35-B25E0968203C}" dt="2026-06-22T02:14:41.049" v="98" actId="2711"/>
        <pc:sldMkLst>
          <pc:docMk/>
          <pc:sldMk cId="2236765334" sldId="337"/>
        </pc:sldMkLst>
        <pc:spChg chg="mod">
          <ac:chgData name="RIFAT AL MAMUN RUDRO" userId="24b27b9a-aab3-4351-8aca-a88306e0f932" providerId="ADAL" clId="{DB9BBBDC-F455-4572-BF35-B25E0968203C}" dt="2026-06-22T02:14:41.049" v="98" actId="2711"/>
          <ac:spMkLst>
            <pc:docMk/>
            <pc:sldMk cId="2236765334" sldId="337"/>
            <ac:spMk id="3" creationId="{56CD2EA8-B54C-CE4F-A943-BFB367453E0E}"/>
          </ac:spMkLst>
        </pc:spChg>
        <pc:spChg chg="mod">
          <ac:chgData name="RIFAT AL MAMUN RUDRO" userId="24b27b9a-aab3-4351-8aca-a88306e0f932" providerId="ADAL" clId="{DB9BBBDC-F455-4572-BF35-B25E0968203C}" dt="2026-06-22T02:14:41.049" v="98" actId="2711"/>
          <ac:spMkLst>
            <pc:docMk/>
            <pc:sldMk cId="2236765334" sldId="337"/>
            <ac:spMk id="4" creationId="{00000000-0000-0000-0000-000000000000}"/>
          </ac:spMkLst>
        </pc:spChg>
      </pc:sldChg>
      <pc:sldChg chg="delSp modSp mod">
        <pc:chgData name="RIFAT AL MAMUN RUDRO" userId="24b27b9a-aab3-4351-8aca-a88306e0f932" providerId="ADAL" clId="{DB9BBBDC-F455-4572-BF35-B25E0968203C}" dt="2026-06-22T02:14:54.340" v="100" actId="478"/>
        <pc:sldMkLst>
          <pc:docMk/>
          <pc:sldMk cId="3526287882" sldId="338"/>
        </pc:sldMkLst>
        <pc:spChg chg="mod">
          <ac:chgData name="RIFAT AL MAMUN RUDRO" userId="24b27b9a-aab3-4351-8aca-a88306e0f932" providerId="ADAL" clId="{DB9BBBDC-F455-4572-BF35-B25E0968203C}" dt="2026-06-22T02:14:50.515" v="99" actId="2711"/>
          <ac:spMkLst>
            <pc:docMk/>
            <pc:sldMk cId="3526287882" sldId="338"/>
            <ac:spMk id="2" creationId="{00000000-0000-0000-0000-000000000000}"/>
          </ac:spMkLst>
        </pc:spChg>
        <pc:spChg chg="mod">
          <ac:chgData name="RIFAT AL MAMUN RUDRO" userId="24b27b9a-aab3-4351-8aca-a88306e0f932" providerId="ADAL" clId="{DB9BBBDC-F455-4572-BF35-B25E0968203C}" dt="2026-06-22T02:14:50.515" v="99" actId="2711"/>
          <ac:spMkLst>
            <pc:docMk/>
            <pc:sldMk cId="3526287882" sldId="338"/>
            <ac:spMk id="3" creationId="{68710762-839A-41F8-84A0-2FFA7B32CCE0}"/>
          </ac:spMkLst>
        </pc:spChg>
        <pc:spChg chg="del mod">
          <ac:chgData name="RIFAT AL MAMUN RUDRO" userId="24b27b9a-aab3-4351-8aca-a88306e0f932" providerId="ADAL" clId="{DB9BBBDC-F455-4572-BF35-B25E0968203C}" dt="2026-06-22T02:14:54.340" v="100" actId="478"/>
          <ac:spMkLst>
            <pc:docMk/>
            <pc:sldMk cId="3526287882" sldId="338"/>
            <ac:spMk id="5" creationId="{3322CB79-31E6-2043-9768-6699756B1FD4}"/>
          </ac:spMkLst>
        </pc:spChg>
      </pc:sldChg>
      <pc:sldChg chg="modSp mod">
        <pc:chgData name="RIFAT AL MAMUN RUDRO" userId="24b27b9a-aab3-4351-8aca-a88306e0f932" providerId="ADAL" clId="{DB9BBBDC-F455-4572-BF35-B25E0968203C}" dt="2026-06-22T02:15:08.663" v="101" actId="2711"/>
        <pc:sldMkLst>
          <pc:docMk/>
          <pc:sldMk cId="861607468" sldId="339"/>
        </pc:sldMkLst>
        <pc:spChg chg="mod">
          <ac:chgData name="RIFAT AL MAMUN RUDRO" userId="24b27b9a-aab3-4351-8aca-a88306e0f932" providerId="ADAL" clId="{DB9BBBDC-F455-4572-BF35-B25E0968203C}" dt="2026-06-22T02:15:08.663" v="101" actId="2711"/>
          <ac:spMkLst>
            <pc:docMk/>
            <pc:sldMk cId="861607468" sldId="339"/>
            <ac:spMk id="3" creationId="{56CD2EA8-B54C-CE4F-A943-BFB367453E0E}"/>
          </ac:spMkLst>
        </pc:spChg>
        <pc:spChg chg="mod">
          <ac:chgData name="RIFAT AL MAMUN RUDRO" userId="24b27b9a-aab3-4351-8aca-a88306e0f932" providerId="ADAL" clId="{DB9BBBDC-F455-4572-BF35-B25E0968203C}" dt="2026-06-22T02:15:08.663" v="101" actId="2711"/>
          <ac:spMkLst>
            <pc:docMk/>
            <pc:sldMk cId="861607468" sldId="339"/>
            <ac:spMk id="4" creationId="{00000000-0000-0000-0000-000000000000}"/>
          </ac:spMkLst>
        </pc:spChg>
      </pc:sldChg>
      <pc:sldChg chg="modSp mod">
        <pc:chgData name="RIFAT AL MAMUN RUDRO" userId="24b27b9a-aab3-4351-8aca-a88306e0f932" providerId="ADAL" clId="{DB9BBBDC-F455-4572-BF35-B25E0968203C}" dt="2026-06-22T02:15:22.937" v="102" actId="2711"/>
        <pc:sldMkLst>
          <pc:docMk/>
          <pc:sldMk cId="327382235" sldId="341"/>
        </pc:sldMkLst>
        <pc:spChg chg="mod">
          <ac:chgData name="RIFAT AL MAMUN RUDRO" userId="24b27b9a-aab3-4351-8aca-a88306e0f932" providerId="ADAL" clId="{DB9BBBDC-F455-4572-BF35-B25E0968203C}" dt="2026-06-22T02:15:22.937" v="102" actId="2711"/>
          <ac:spMkLst>
            <pc:docMk/>
            <pc:sldMk cId="327382235" sldId="341"/>
            <ac:spMk id="4" creationId="{00000000-0000-0000-0000-000000000000}"/>
          </ac:spMkLst>
        </pc:spChg>
        <pc:spChg chg="mod">
          <ac:chgData name="RIFAT AL MAMUN RUDRO" userId="24b27b9a-aab3-4351-8aca-a88306e0f932" providerId="ADAL" clId="{DB9BBBDC-F455-4572-BF35-B25E0968203C}" dt="2026-06-22T02:15:22.937" v="102" actId="2711"/>
          <ac:spMkLst>
            <pc:docMk/>
            <pc:sldMk cId="327382235" sldId="341"/>
            <ac:spMk id="10" creationId="{0E92DDD1-D7A5-4D32-8267-B43DD005B024}"/>
          </ac:spMkLst>
        </pc:spChg>
      </pc:sldChg>
      <pc:sldChg chg="modSp mod">
        <pc:chgData name="RIFAT AL MAMUN RUDRO" userId="24b27b9a-aab3-4351-8aca-a88306e0f932" providerId="ADAL" clId="{DB9BBBDC-F455-4572-BF35-B25E0968203C}" dt="2026-06-22T02:15:39.611" v="103" actId="2711"/>
        <pc:sldMkLst>
          <pc:docMk/>
          <pc:sldMk cId="2091556881" sldId="343"/>
        </pc:sldMkLst>
        <pc:spChg chg="mod">
          <ac:chgData name="RIFAT AL MAMUN RUDRO" userId="24b27b9a-aab3-4351-8aca-a88306e0f932" providerId="ADAL" clId="{DB9BBBDC-F455-4572-BF35-B25E0968203C}" dt="2026-06-22T02:15:39.611" v="103" actId="2711"/>
          <ac:spMkLst>
            <pc:docMk/>
            <pc:sldMk cId="2091556881" sldId="343"/>
            <ac:spMk id="4" creationId="{00000000-0000-0000-0000-000000000000}"/>
          </ac:spMkLst>
        </pc:spChg>
        <pc:spChg chg="mod">
          <ac:chgData name="RIFAT AL MAMUN RUDRO" userId="24b27b9a-aab3-4351-8aca-a88306e0f932" providerId="ADAL" clId="{DB9BBBDC-F455-4572-BF35-B25E0968203C}" dt="2026-06-22T02:15:39.611" v="103" actId="2711"/>
          <ac:spMkLst>
            <pc:docMk/>
            <pc:sldMk cId="2091556881" sldId="343"/>
            <ac:spMk id="10" creationId="{0E92DDD1-D7A5-4D32-8267-B43DD005B024}"/>
          </ac:spMkLst>
        </pc:spChg>
      </pc:sldChg>
      <pc:sldChg chg="delSp modSp mod">
        <pc:chgData name="RIFAT AL MAMUN RUDRO" userId="24b27b9a-aab3-4351-8aca-a88306e0f932" providerId="ADAL" clId="{DB9BBBDC-F455-4572-BF35-B25E0968203C}" dt="2026-06-22T02:16:21.922" v="150" actId="2711"/>
        <pc:sldMkLst>
          <pc:docMk/>
          <pc:sldMk cId="1421875947" sldId="344"/>
        </pc:sldMkLst>
        <pc:spChg chg="mod">
          <ac:chgData name="RIFAT AL MAMUN RUDRO" userId="24b27b9a-aab3-4351-8aca-a88306e0f932" providerId="ADAL" clId="{DB9BBBDC-F455-4572-BF35-B25E0968203C}" dt="2026-06-22T02:16:21.922" v="150" actId="2711"/>
          <ac:spMkLst>
            <pc:docMk/>
            <pc:sldMk cId="1421875947" sldId="344"/>
            <ac:spMk id="2" creationId="{00000000-0000-0000-0000-000000000000}"/>
          </ac:spMkLst>
        </pc:spChg>
        <pc:spChg chg="mod">
          <ac:chgData name="RIFAT AL MAMUN RUDRO" userId="24b27b9a-aab3-4351-8aca-a88306e0f932" providerId="ADAL" clId="{DB9BBBDC-F455-4572-BF35-B25E0968203C}" dt="2026-06-22T02:16:21.922" v="150" actId="2711"/>
          <ac:spMkLst>
            <pc:docMk/>
            <pc:sldMk cId="1421875947" sldId="344"/>
            <ac:spMk id="3" creationId="{68710762-839A-41F8-84A0-2FFA7B32CCE0}"/>
          </ac:spMkLst>
        </pc:spChg>
        <pc:spChg chg="del">
          <ac:chgData name="RIFAT AL MAMUN RUDRO" userId="24b27b9a-aab3-4351-8aca-a88306e0f932" providerId="ADAL" clId="{DB9BBBDC-F455-4572-BF35-B25E0968203C}" dt="2026-06-22T02:15:55.098" v="106" actId="478"/>
          <ac:spMkLst>
            <pc:docMk/>
            <pc:sldMk cId="1421875947" sldId="344"/>
            <ac:spMk id="5" creationId="{3322CB79-31E6-2043-9768-6699756B1FD4}"/>
          </ac:spMkLst>
        </pc:spChg>
        <pc:picChg chg="mod">
          <ac:chgData name="RIFAT AL MAMUN RUDRO" userId="24b27b9a-aab3-4351-8aca-a88306e0f932" providerId="ADAL" clId="{DB9BBBDC-F455-4572-BF35-B25E0968203C}" dt="2026-06-22T02:15:51.545" v="105" actId="1076"/>
          <ac:picMkLst>
            <pc:docMk/>
            <pc:sldMk cId="1421875947" sldId="344"/>
            <ac:picMk id="4" creationId="{A1F0BD2B-9F69-4818-A330-F02BBB770B66}"/>
          </ac:picMkLst>
        </pc:picChg>
      </pc:sldChg>
      <pc:sldChg chg="modSp mod">
        <pc:chgData name="RIFAT AL MAMUN RUDRO" userId="24b27b9a-aab3-4351-8aca-a88306e0f932" providerId="ADAL" clId="{DB9BBBDC-F455-4572-BF35-B25E0968203C}" dt="2026-06-22T02:16:29.159" v="151" actId="2711"/>
        <pc:sldMkLst>
          <pc:docMk/>
          <pc:sldMk cId="1413326933" sldId="346"/>
        </pc:sldMkLst>
        <pc:spChg chg="mod">
          <ac:chgData name="RIFAT AL MAMUN RUDRO" userId="24b27b9a-aab3-4351-8aca-a88306e0f932" providerId="ADAL" clId="{DB9BBBDC-F455-4572-BF35-B25E0968203C}" dt="2026-06-22T02:16:29.159" v="151" actId="2711"/>
          <ac:spMkLst>
            <pc:docMk/>
            <pc:sldMk cId="1413326933" sldId="346"/>
            <ac:spMk id="10" creationId="{0E92DDD1-D7A5-4D32-8267-B43DD005B024}"/>
          </ac:spMkLst>
        </pc:spChg>
      </pc:sldChg>
      <pc:sldMasterChg chg="modSp">
        <pc:chgData name="RIFAT AL MAMUN RUDRO" userId="24b27b9a-aab3-4351-8aca-a88306e0f932" providerId="ADAL" clId="{DB9BBBDC-F455-4572-BF35-B25E0968203C}" dt="2026-06-22T02:10:57.781" v="33" actId="2711"/>
        <pc:sldMasterMkLst>
          <pc:docMk/>
          <pc:sldMasterMk cId="0" sldId="2147483660"/>
        </pc:sldMasterMkLst>
        <pc:spChg chg="mod">
          <ac:chgData name="RIFAT AL MAMUN RUDRO" userId="24b27b9a-aab3-4351-8aca-a88306e0f932" providerId="ADAL" clId="{DB9BBBDC-F455-4572-BF35-B25E0968203C}" dt="2026-06-22T02:10:50.123" v="32" actId="2711"/>
          <ac:spMkLst>
            <pc:docMk/>
            <pc:sldMasterMk cId="0" sldId="2147483660"/>
            <ac:spMk id="2" creationId="{00000000-0000-0000-0000-000000000000}"/>
          </ac:spMkLst>
        </pc:spChg>
        <pc:spChg chg="mod">
          <ac:chgData name="RIFAT AL MAMUN RUDRO" userId="24b27b9a-aab3-4351-8aca-a88306e0f932" providerId="ADAL" clId="{DB9BBBDC-F455-4572-BF35-B25E0968203C}" dt="2026-06-22T02:10:57.781" v="33" actId="2711"/>
          <ac:spMkLst>
            <pc:docMk/>
            <pc:sldMasterMk cId="0" sldId="2147483660"/>
            <ac:spMk id="3" creationId="{00000000-0000-0000-0000-000000000000}"/>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5A15E-1A99-40A5-A89D-4D03C7726ECB}" type="datetimeFigureOut">
              <a:rPr lang="en-US" smtClean="0"/>
              <a:t>6/22/2026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B4E94-A4BF-4054-BFBC-37471E04F555}" type="slidenum">
              <a:rPr lang="en-US" smtClean="0"/>
              <a:t>‹#›</a:t>
            </a:fld>
            <a:endParaRPr lang="en-US"/>
          </a:p>
        </p:txBody>
      </p:sp>
    </p:spTree>
    <p:extLst>
      <p:ext uri="{BB962C8B-B14F-4D97-AF65-F5344CB8AC3E}">
        <p14:creationId xmlns:p14="http://schemas.microsoft.com/office/powerpoint/2010/main" val="2133519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6/22/2026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dirty="0"/>
              <a:t>Click to edit Master text styles</a:t>
            </a:r>
          </a:p>
          <a:p>
            <a:pPr lvl="1"/>
            <a:r>
              <a:rPr lang="fi-FI" dirty="0"/>
              <a:t>Second level</a:t>
            </a:r>
          </a:p>
          <a:p>
            <a:pPr lvl="2"/>
            <a:r>
              <a:rPr lang="fi-FI" dirty="0"/>
              <a:t>Third level</a:t>
            </a:r>
          </a:p>
          <a:p>
            <a:pPr lvl="3"/>
            <a:r>
              <a:rPr lang="fi-FI" dirty="0"/>
              <a:t>Fourth level</a:t>
            </a:r>
          </a:p>
          <a:p>
            <a:pPr lvl="4"/>
            <a:r>
              <a:rPr lang="fi-FI" dirty="0"/>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6/22/2026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dirty="0"/>
              <a:t>Click to edit Master title style</a:t>
            </a:r>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Cambria" panose="02040503050406030204" pitchFamily="18" charset="0"/>
          <a:ea typeface="Cambria" panose="02040503050406030204" pitchFamily="18" charset="0"/>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Cambria" panose="02040503050406030204" pitchFamily="18" charset="0"/>
          <a:ea typeface="Cambria" panose="02040503050406030204" pitchFamily="18" charset="0"/>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Cambria" panose="02040503050406030204" pitchFamily="18" charset="0"/>
          <a:ea typeface="Cambria" panose="02040503050406030204" pitchFamily="18" charset="0"/>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Cambria" panose="02040503050406030204" pitchFamily="18" charset="0"/>
          <a:ea typeface="Cambria" panose="02040503050406030204" pitchFamily="18" charset="0"/>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Cambria" panose="02040503050406030204" pitchFamily="18" charset="0"/>
          <a:ea typeface="Cambria" panose="02040503050406030204" pitchFamily="18" charset="0"/>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Cambria" panose="02040503050406030204" pitchFamily="18" charset="0"/>
          <a:ea typeface="Cambria" panose="02040503050406030204" pitchFamily="18" charset="0"/>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hyperlink" Target="http://www.w3schools.com/" TargetMode="External"/><Relationship Id="rId2" Type="http://schemas.openxmlformats.org/officeDocument/2006/relationships/hyperlink" Target="http://www.mysql.com/" TargetMode="External"/><Relationship Id="rId1" Type="http://schemas.openxmlformats.org/officeDocument/2006/relationships/slideLayout" Target="../slideLayouts/slideLayout9.xml"/><Relationship Id="rId4" Type="http://schemas.openxmlformats.org/officeDocument/2006/relationships/hyperlink" Target="http://www.php.ne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Introduction to CSS</a:t>
            </a:r>
          </a:p>
        </p:txBody>
      </p:sp>
      <p:sp>
        <p:nvSpPr>
          <p:cNvPr id="3" name="Subtitle 2"/>
          <p:cNvSpPr>
            <a:spLocks noGrp="1"/>
          </p:cNvSpPr>
          <p:nvPr>
            <p:ph type="subTitle" idx="1"/>
          </p:nvPr>
        </p:nvSpPr>
        <p:spPr>
          <a:xfrm>
            <a:off x="476205" y="1532427"/>
            <a:ext cx="2789509" cy="484632"/>
          </a:xfrm>
        </p:spPr>
        <p:txBody>
          <a:bodyPr/>
          <a:lstStyle/>
          <a:p>
            <a:r>
              <a:rPr lang="en-US" dirty="0">
                <a:latin typeface="Cambria" panose="02040503050406030204" pitchFamily="18" charset="0"/>
                <a:ea typeface="Cambria" panose="02040503050406030204" pitchFamily="18" charset="0"/>
              </a:rPr>
              <a:t>Course Code: CSC 3222</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Cambria" panose="02040503050406030204" pitchFamily="18" charset="0"/>
                <a:ea typeface="Cambria" panose="02040503050406030204" pitchFamily="18" charset="0"/>
                <a:cs typeface="Arial" panose="020B0604020202020204" pitchFamily="34" charset="0"/>
              </a:rPr>
              <a:t>Dept. of Computer Science</a:t>
            </a:r>
          </a:p>
          <a:p>
            <a:pPr algn="ctr"/>
            <a:r>
              <a:rPr lang="en-US" sz="2000" b="1" dirty="0">
                <a:solidFill>
                  <a:srgbClr val="0070C0"/>
                </a:solidFill>
                <a:latin typeface="Cambria" panose="02040503050406030204" pitchFamily="18" charset="0"/>
                <a:ea typeface="Cambria" panose="02040503050406030204" pitchFamily="18" charset="0"/>
                <a:cs typeface="Arial" panose="020B0604020202020204" pitchFamily="34" charset="0"/>
              </a:rPr>
              <a:t>Faculty of Science and Technology</a:t>
            </a:r>
            <a:endParaRPr lang="en-US" sz="2400" b="1" dirty="0">
              <a:solidFill>
                <a:srgbClr val="0070C0"/>
              </a:solidFill>
              <a:latin typeface="Cambria" panose="02040503050406030204" pitchFamily="18" charset="0"/>
              <a:ea typeface="Cambria" panose="02040503050406030204" pitchFamily="18"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644845372"/>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841516">
                  <a:extLst>
                    <a:ext uri="{9D8B030D-6E8A-4147-A177-3AD203B41FA5}">
                      <a16:colId xmlns:a16="http://schemas.microsoft.com/office/drawing/2014/main" val="1762131981"/>
                    </a:ext>
                  </a:extLst>
                </a:gridCol>
                <a:gridCol w="1298961">
                  <a:extLst>
                    <a:ext uri="{9D8B030D-6E8A-4147-A177-3AD203B41FA5}">
                      <a16:colId xmlns:a16="http://schemas.microsoft.com/office/drawing/2014/main" val="445458238"/>
                    </a:ext>
                  </a:extLst>
                </a:gridCol>
                <a:gridCol w="208646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2</a:t>
                      </a:r>
                    </a:p>
                  </a:txBody>
                  <a:tcPr/>
                </a:tc>
                <a:tc>
                  <a:txBody>
                    <a:bodyPr/>
                    <a:lstStyle/>
                    <a:p>
                      <a:r>
                        <a:rPr lang="en-US" dirty="0"/>
                        <a:t>Week No:</a:t>
                      </a:r>
                    </a:p>
                  </a:txBody>
                  <a:tcPr/>
                </a:tc>
                <a:tc>
                  <a:txBody>
                    <a:bodyPr/>
                    <a:lstStyle/>
                    <a:p>
                      <a:r>
                        <a:rPr lang="en-US" dirty="0"/>
                        <a:t>3</a:t>
                      </a:r>
                    </a:p>
                  </a:txBody>
                  <a:tcPr/>
                </a:tc>
                <a:tc>
                  <a:txBody>
                    <a:bodyPr/>
                    <a:lstStyle/>
                    <a:p>
                      <a:r>
                        <a:rPr lang="en-US" dirty="0"/>
                        <a:t>Semester:</a:t>
                      </a:r>
                    </a:p>
                  </a:txBody>
                  <a:tcPr/>
                </a:tc>
                <a:tc>
                  <a:txBody>
                    <a:bodyPr/>
                    <a:lstStyle/>
                    <a:p>
                      <a:r>
                        <a:rPr lang="en-US" dirty="0"/>
                        <a:t>Summer 25-26</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Rifat Al Mamun Rudro &lt;mamun.rudro@aiub.edu&gt;</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latin typeface="Cambria" panose="02040503050406030204" pitchFamily="18" charset="0"/>
                <a:ea typeface="Cambria" panose="02040503050406030204" pitchFamily="18" charset="0"/>
              </a:rPr>
              <a:t>Course Title: Web Technologies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latin typeface="Cambria" panose="02040503050406030204" pitchFamily="18" charset="0"/>
                <a:ea typeface="Cambria" panose="02040503050406030204" pitchFamily="18" charset="0"/>
              </a:rPr>
              <a:t>Introduction to CSS</a:t>
            </a:r>
          </a:p>
          <a:p>
            <a:pPr marL="342900" indent="-342900">
              <a:buAutoNum type="arabicPeriod"/>
            </a:pPr>
            <a:r>
              <a:rPr lang="en-US" sz="2400" dirty="0">
                <a:solidFill>
                  <a:schemeClr val="tx1"/>
                </a:solidFill>
                <a:latin typeface="Cambria" panose="02040503050406030204" pitchFamily="18" charset="0"/>
                <a:ea typeface="Cambria" panose="02040503050406030204" pitchFamily="18" charset="0"/>
              </a:rPr>
              <a:t>CSS Selectors</a:t>
            </a:r>
          </a:p>
          <a:p>
            <a:pPr marL="342900" indent="-342900">
              <a:buAutoNum type="arabicPeriod"/>
            </a:pPr>
            <a:r>
              <a:rPr lang="en-US" sz="2400" dirty="0">
                <a:solidFill>
                  <a:schemeClr val="tx1"/>
                </a:solidFill>
                <a:latin typeface="Cambria" panose="02040503050406030204" pitchFamily="18" charset="0"/>
                <a:ea typeface="Cambria" panose="02040503050406030204" pitchFamily="18" charset="0"/>
              </a:rPr>
              <a:t>CSS Insertion Types</a:t>
            </a:r>
          </a:p>
          <a:p>
            <a:pPr marL="342900" indent="-342900">
              <a:buAutoNum type="arabicPeriod"/>
            </a:pPr>
            <a:r>
              <a:rPr lang="en-US" sz="2400" dirty="0">
                <a:solidFill>
                  <a:schemeClr val="tx1"/>
                </a:solidFill>
                <a:latin typeface="Cambria" panose="02040503050406030204" pitchFamily="18" charset="0"/>
                <a:ea typeface="Cambria" panose="02040503050406030204" pitchFamily="18" charset="0"/>
              </a:rPr>
              <a:t>Customizing HTML elements with CSS</a:t>
            </a:r>
          </a:p>
          <a:p>
            <a:pPr marL="342900" indent="-342900">
              <a:buAutoNum type="arabicPeriod"/>
            </a:pPr>
            <a:r>
              <a:rPr lang="en-US" sz="2400" dirty="0">
                <a:solidFill>
                  <a:schemeClr val="tx1"/>
                </a:solidFill>
                <a:latin typeface="Cambria" panose="02040503050406030204" pitchFamily="18" charset="0"/>
                <a:ea typeface="Cambria" panose="02040503050406030204" pitchFamily="18" charset="0"/>
              </a:rPr>
              <a:t>CSS Position and Layouts</a:t>
            </a:r>
          </a:p>
          <a:p>
            <a:pPr marL="342900" indent="-342900">
              <a:buAutoNum type="arabicPeriod"/>
            </a:pPr>
            <a:endParaRPr lang="en-US" sz="2400" dirty="0">
              <a:solidFill>
                <a:schemeClr val="tx1"/>
              </a:solidFill>
              <a:latin typeface="Cambria" panose="02040503050406030204" pitchFamily="18" charset="0"/>
              <a:ea typeface="Cambria" panose="02040503050406030204" pitchFamily="18" charset="0"/>
            </a:endParaRPr>
          </a:p>
          <a:p>
            <a:pPr marL="342900" indent="-342900">
              <a:buAutoNum type="arabicPeriod"/>
            </a:pPr>
            <a:endParaRPr lang="en-US" dirty="0">
              <a:solidFill>
                <a:schemeClr val="tx1"/>
              </a:solidFill>
              <a:latin typeface="Cambria" panose="02040503050406030204" pitchFamily="18" charset="0"/>
              <a:ea typeface="Cambria" panose="02040503050406030204" pitchFamily="18" charset="0"/>
            </a:endParaRPr>
          </a:p>
          <a:p>
            <a:pPr marL="342900" indent="-342900">
              <a:buAutoNum type="arabicPeriod"/>
            </a:pPr>
            <a:endParaRPr lang="en-US"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Introduction to CSS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latin typeface="Cambria" panose="02040503050406030204" pitchFamily="18" charset="0"/>
                <a:ea typeface="Cambria" panose="02040503050406030204" pitchFamily="18" charset="0"/>
              </a:rPr>
              <a:t>What is CSS?</a:t>
            </a:r>
          </a:p>
        </p:txBody>
      </p:sp>
      <p:sp>
        <p:nvSpPr>
          <p:cNvPr id="6" name="TextBox 5">
            <a:extLst>
              <a:ext uri="{FF2B5EF4-FFF2-40B4-BE49-F238E27FC236}">
                <a16:creationId xmlns:a16="http://schemas.microsoft.com/office/drawing/2014/main" id="{37C26D19-85DA-834B-9600-C9820C508897}"/>
              </a:ext>
            </a:extLst>
          </p:cNvPr>
          <p:cNvSpPr txBox="1"/>
          <p:nvPr/>
        </p:nvSpPr>
        <p:spPr>
          <a:xfrm>
            <a:off x="164339" y="2009116"/>
            <a:ext cx="8613901" cy="3970318"/>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rPr>
              <a:t>CSS stands for </a:t>
            </a:r>
            <a:r>
              <a:rPr lang="en-US" sz="2800" dirty="0">
                <a:solidFill>
                  <a:schemeClr val="bg2">
                    <a:lumMod val="50000"/>
                  </a:schemeClr>
                </a:solidFill>
                <a:latin typeface="Cambria" panose="02040503050406030204" pitchFamily="18" charset="0"/>
                <a:ea typeface="Cambria" panose="02040503050406030204" pitchFamily="18" charset="0"/>
              </a:rPr>
              <a:t>Cascading Style Sheets</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rPr>
              <a:t>CSS describes how HTML elements are to be displayed on screen, paper, or in other media</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rPr>
              <a:t>CSS </a:t>
            </a:r>
            <a:r>
              <a:rPr lang="en-US" sz="2800" dirty="0">
                <a:solidFill>
                  <a:schemeClr val="bg2">
                    <a:lumMod val="50000"/>
                  </a:schemeClr>
                </a:solidFill>
                <a:latin typeface="Cambria" panose="02040503050406030204" pitchFamily="18" charset="0"/>
                <a:ea typeface="Cambria" panose="02040503050406030204" pitchFamily="18" charset="0"/>
              </a:rPr>
              <a:t>saves</a:t>
            </a:r>
            <a:r>
              <a:rPr lang="en-US" sz="2800" dirty="0">
                <a:latin typeface="Cambria" panose="02040503050406030204" pitchFamily="18" charset="0"/>
                <a:ea typeface="Cambria" panose="02040503050406030204" pitchFamily="18" charset="0"/>
              </a:rPr>
              <a:t> a lot of work. It can control the layout of </a:t>
            </a:r>
            <a:r>
              <a:rPr lang="en-US" sz="2800" dirty="0">
                <a:solidFill>
                  <a:schemeClr val="bg2">
                    <a:lumMod val="50000"/>
                  </a:schemeClr>
                </a:solidFill>
                <a:latin typeface="Cambria" panose="02040503050406030204" pitchFamily="18" charset="0"/>
                <a:ea typeface="Cambria" panose="02040503050406030204" pitchFamily="18" charset="0"/>
              </a:rPr>
              <a:t>multiple</a:t>
            </a:r>
            <a:r>
              <a:rPr lang="en-US" sz="2800" dirty="0">
                <a:latin typeface="Cambria" panose="02040503050406030204" pitchFamily="18" charset="0"/>
                <a:ea typeface="Cambria" panose="02040503050406030204" pitchFamily="18" charset="0"/>
              </a:rPr>
              <a:t> web pages all at once</a:t>
            </a:r>
          </a:p>
          <a:p>
            <a:pPr marL="457200" indent="-457200">
              <a:buFont typeface="Arial" panose="020B0604020202020204" pitchFamily="34" charset="0"/>
              <a:buChar char="•"/>
            </a:pPr>
            <a:r>
              <a:rPr lang="en-US" sz="2800" dirty="0">
                <a:solidFill>
                  <a:schemeClr val="bg2">
                    <a:lumMod val="50000"/>
                  </a:schemeClr>
                </a:solidFill>
                <a:latin typeface="Cambria" panose="02040503050406030204" pitchFamily="18" charset="0"/>
                <a:ea typeface="Cambria" panose="02040503050406030204" pitchFamily="18" charset="0"/>
              </a:rPr>
              <a:t>External</a:t>
            </a:r>
            <a:r>
              <a:rPr lang="en-US" sz="2800" dirty="0">
                <a:latin typeface="Cambria" panose="02040503050406030204" pitchFamily="18" charset="0"/>
                <a:ea typeface="Cambria" panose="02040503050406030204" pitchFamily="18" charset="0"/>
              </a:rPr>
              <a:t> stylesheets are stored in CSS files</a:t>
            </a:r>
          </a:p>
          <a:p>
            <a:pPr marL="457200" indent="-457200">
              <a:buFont typeface="Arial" panose="020B0604020202020204" pitchFamily="34" charset="0"/>
              <a:buChar char="•"/>
            </a:pPr>
            <a:r>
              <a:rPr lang="en-US" sz="2800" dirty="0">
                <a:latin typeface="Cambria" panose="02040503050406030204" pitchFamily="18" charset="0"/>
                <a:ea typeface="Cambria" panose="02040503050406030204" pitchFamily="18" charset="0"/>
              </a:rPr>
              <a:t>CSS is used to define </a:t>
            </a:r>
            <a:r>
              <a:rPr lang="en-US" sz="2800" dirty="0">
                <a:solidFill>
                  <a:schemeClr val="bg2">
                    <a:lumMod val="50000"/>
                  </a:schemeClr>
                </a:solidFill>
                <a:latin typeface="Cambria" panose="02040503050406030204" pitchFamily="18" charset="0"/>
                <a:ea typeface="Cambria" panose="02040503050406030204" pitchFamily="18" charset="0"/>
              </a:rPr>
              <a:t>styles</a:t>
            </a:r>
            <a:r>
              <a:rPr lang="en-US" sz="2800" dirty="0">
                <a:latin typeface="Cambria" panose="02040503050406030204" pitchFamily="18" charset="0"/>
                <a:ea typeface="Cambria" panose="02040503050406030204" pitchFamily="18" charset="0"/>
              </a:rPr>
              <a:t> for your web pages, including the </a:t>
            </a:r>
            <a:r>
              <a:rPr lang="en-US" sz="2800" dirty="0">
                <a:solidFill>
                  <a:schemeClr val="bg2">
                    <a:lumMod val="50000"/>
                  </a:schemeClr>
                </a:solidFill>
                <a:latin typeface="Cambria" panose="02040503050406030204" pitchFamily="18" charset="0"/>
                <a:ea typeface="Cambria" panose="02040503050406030204" pitchFamily="18" charset="0"/>
              </a:rPr>
              <a:t>design</a:t>
            </a:r>
            <a:r>
              <a:rPr lang="en-US" sz="2800" dirty="0">
                <a:latin typeface="Cambria" panose="02040503050406030204" pitchFamily="18" charset="0"/>
                <a:ea typeface="Cambria" panose="02040503050406030204" pitchFamily="18" charset="0"/>
              </a:rPr>
              <a:t>, layout and variations in display for different </a:t>
            </a:r>
            <a:r>
              <a:rPr lang="en-US" sz="2800" dirty="0">
                <a:solidFill>
                  <a:schemeClr val="bg2">
                    <a:lumMod val="50000"/>
                  </a:schemeClr>
                </a:solidFill>
                <a:latin typeface="Cambria" panose="02040503050406030204" pitchFamily="18" charset="0"/>
                <a:ea typeface="Cambria" panose="02040503050406030204" pitchFamily="18" charset="0"/>
              </a:rPr>
              <a:t>devices and screen sizes</a:t>
            </a:r>
            <a:r>
              <a:rPr lang="en-US" sz="28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Example</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975972"/>
            <a:ext cx="8892157" cy="5509200"/>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&lt;!DOCTYPE html&gt;</a:t>
            </a:r>
          </a:p>
          <a:p>
            <a:r>
              <a:rPr lang="en-US" sz="1600" dirty="0">
                <a:latin typeface="Cambria" panose="02040503050406030204" pitchFamily="18" charset="0"/>
                <a:ea typeface="Cambria" panose="02040503050406030204" pitchFamily="18" charset="0"/>
              </a:rPr>
              <a:t>&lt;html&gt;</a:t>
            </a:r>
          </a:p>
          <a:p>
            <a:r>
              <a:rPr lang="en-US" sz="1600" dirty="0">
                <a:latin typeface="Cambria" panose="02040503050406030204" pitchFamily="18" charset="0"/>
                <a:ea typeface="Cambria" panose="02040503050406030204" pitchFamily="18" charset="0"/>
              </a:rPr>
              <a:t>&lt;head&gt;</a:t>
            </a:r>
          </a:p>
          <a:p>
            <a:r>
              <a:rPr lang="en-US" sz="1600" dirty="0">
                <a:solidFill>
                  <a:srgbClr val="FF0000"/>
                </a:solidFill>
                <a:latin typeface="Cambria" panose="02040503050406030204" pitchFamily="18" charset="0"/>
                <a:ea typeface="Cambria" panose="02040503050406030204" pitchFamily="18" charset="0"/>
              </a:rPr>
              <a:t>&lt;style&gt;</a:t>
            </a:r>
          </a:p>
          <a:p>
            <a:r>
              <a:rPr lang="en-US" sz="1600" dirty="0">
                <a:solidFill>
                  <a:srgbClr val="FF0000"/>
                </a:solidFill>
                <a:latin typeface="Cambria" panose="02040503050406030204" pitchFamily="18" charset="0"/>
                <a:ea typeface="Cambria" panose="02040503050406030204" pitchFamily="18" charset="0"/>
              </a:rPr>
              <a:t>body {</a:t>
            </a:r>
          </a:p>
          <a:p>
            <a:r>
              <a:rPr lang="en-US" sz="1600" dirty="0">
                <a:solidFill>
                  <a:srgbClr val="FF0000"/>
                </a:solidFill>
                <a:latin typeface="Cambria" panose="02040503050406030204" pitchFamily="18" charset="0"/>
                <a:ea typeface="Cambria" panose="02040503050406030204" pitchFamily="18" charset="0"/>
              </a:rPr>
              <a:t>  background-color: </a:t>
            </a:r>
            <a:r>
              <a:rPr lang="en-US" sz="1600" dirty="0" err="1">
                <a:solidFill>
                  <a:srgbClr val="FF0000"/>
                </a:solidFill>
                <a:latin typeface="Cambria" panose="02040503050406030204" pitchFamily="18" charset="0"/>
                <a:ea typeface="Cambria" panose="02040503050406030204" pitchFamily="18" charset="0"/>
              </a:rPr>
              <a:t>lightblue</a:t>
            </a:r>
            <a:r>
              <a:rPr lang="en-US" sz="1600" dirty="0">
                <a:solidFill>
                  <a:srgbClr val="FF0000"/>
                </a:solidFill>
                <a:latin typeface="Cambria" panose="02040503050406030204" pitchFamily="18" charset="0"/>
                <a:ea typeface="Cambria" panose="02040503050406030204" pitchFamily="18" charset="0"/>
              </a:rPr>
              <a:t>;</a:t>
            </a:r>
          </a:p>
          <a:p>
            <a:r>
              <a:rPr lang="en-US" sz="1600" dirty="0">
                <a:solidFill>
                  <a:srgbClr val="FF0000"/>
                </a:solidFill>
                <a:latin typeface="Cambria" panose="02040503050406030204" pitchFamily="18" charset="0"/>
                <a:ea typeface="Cambria" panose="02040503050406030204" pitchFamily="18" charset="0"/>
              </a:rPr>
              <a:t>}</a:t>
            </a:r>
          </a:p>
          <a:p>
            <a:r>
              <a:rPr lang="en-US" sz="1600" dirty="0">
                <a:solidFill>
                  <a:srgbClr val="FF0000"/>
                </a:solidFill>
                <a:latin typeface="Cambria" panose="02040503050406030204" pitchFamily="18" charset="0"/>
                <a:ea typeface="Cambria" panose="02040503050406030204" pitchFamily="18" charset="0"/>
              </a:rPr>
              <a:t>h1 {</a:t>
            </a:r>
          </a:p>
          <a:p>
            <a:r>
              <a:rPr lang="en-US" sz="1600" dirty="0">
                <a:solidFill>
                  <a:srgbClr val="FF0000"/>
                </a:solidFill>
                <a:latin typeface="Cambria" panose="02040503050406030204" pitchFamily="18" charset="0"/>
                <a:ea typeface="Cambria" panose="02040503050406030204" pitchFamily="18" charset="0"/>
              </a:rPr>
              <a:t>  color: white;</a:t>
            </a:r>
          </a:p>
          <a:p>
            <a:r>
              <a:rPr lang="en-US" sz="1600" dirty="0">
                <a:solidFill>
                  <a:srgbClr val="FF0000"/>
                </a:solidFill>
                <a:latin typeface="Cambria" panose="02040503050406030204" pitchFamily="18" charset="0"/>
                <a:ea typeface="Cambria" panose="02040503050406030204" pitchFamily="18" charset="0"/>
              </a:rPr>
              <a:t>  text-align: center;</a:t>
            </a:r>
          </a:p>
          <a:p>
            <a:r>
              <a:rPr lang="en-US" sz="1600" dirty="0">
                <a:solidFill>
                  <a:srgbClr val="FF0000"/>
                </a:solidFill>
                <a:latin typeface="Cambria" panose="02040503050406030204" pitchFamily="18" charset="0"/>
                <a:ea typeface="Cambria" panose="02040503050406030204" pitchFamily="18" charset="0"/>
              </a:rPr>
              <a:t>}</a:t>
            </a:r>
          </a:p>
          <a:p>
            <a:r>
              <a:rPr lang="en-US" sz="1600" dirty="0">
                <a:solidFill>
                  <a:srgbClr val="FF0000"/>
                </a:solidFill>
                <a:latin typeface="Cambria" panose="02040503050406030204" pitchFamily="18" charset="0"/>
                <a:ea typeface="Cambria" panose="02040503050406030204" pitchFamily="18" charset="0"/>
              </a:rPr>
              <a:t>p {</a:t>
            </a:r>
          </a:p>
          <a:p>
            <a:r>
              <a:rPr lang="en-US" sz="1600" dirty="0">
                <a:solidFill>
                  <a:srgbClr val="FF0000"/>
                </a:solidFill>
                <a:latin typeface="Cambria" panose="02040503050406030204" pitchFamily="18" charset="0"/>
                <a:ea typeface="Cambria" panose="02040503050406030204" pitchFamily="18" charset="0"/>
              </a:rPr>
              <a:t>  font-family: </a:t>
            </a:r>
            <a:r>
              <a:rPr lang="en-US" sz="1600" dirty="0" err="1">
                <a:solidFill>
                  <a:srgbClr val="FF0000"/>
                </a:solidFill>
                <a:latin typeface="Cambria" panose="02040503050406030204" pitchFamily="18" charset="0"/>
                <a:ea typeface="Cambria" panose="02040503050406030204" pitchFamily="18" charset="0"/>
              </a:rPr>
              <a:t>verdana</a:t>
            </a:r>
            <a:r>
              <a:rPr lang="en-US" sz="1600" dirty="0">
                <a:solidFill>
                  <a:srgbClr val="FF0000"/>
                </a:solidFill>
                <a:latin typeface="Cambria" panose="02040503050406030204" pitchFamily="18" charset="0"/>
                <a:ea typeface="Cambria" panose="02040503050406030204" pitchFamily="18" charset="0"/>
              </a:rPr>
              <a:t>;</a:t>
            </a:r>
          </a:p>
          <a:p>
            <a:r>
              <a:rPr lang="en-US" sz="1600" dirty="0">
                <a:solidFill>
                  <a:srgbClr val="FF0000"/>
                </a:solidFill>
                <a:latin typeface="Cambria" panose="02040503050406030204" pitchFamily="18" charset="0"/>
                <a:ea typeface="Cambria" panose="02040503050406030204" pitchFamily="18" charset="0"/>
              </a:rPr>
              <a:t>  font-size: 20px;</a:t>
            </a:r>
          </a:p>
          <a:p>
            <a:r>
              <a:rPr lang="en-US" sz="1600" dirty="0">
                <a:solidFill>
                  <a:srgbClr val="FF0000"/>
                </a:solidFill>
                <a:latin typeface="Cambria" panose="02040503050406030204" pitchFamily="18" charset="0"/>
                <a:ea typeface="Cambria" panose="02040503050406030204" pitchFamily="18" charset="0"/>
              </a:rPr>
              <a:t>}</a:t>
            </a:r>
          </a:p>
          <a:p>
            <a:r>
              <a:rPr lang="en-US" sz="1600" dirty="0">
                <a:solidFill>
                  <a:srgbClr val="FF0000"/>
                </a:solidFill>
                <a:latin typeface="Cambria" panose="02040503050406030204" pitchFamily="18" charset="0"/>
                <a:ea typeface="Cambria" panose="02040503050406030204" pitchFamily="18" charset="0"/>
              </a:rPr>
              <a:t>&lt;/style&gt;</a:t>
            </a:r>
          </a:p>
          <a:p>
            <a:r>
              <a:rPr lang="en-US" sz="1600" dirty="0">
                <a:latin typeface="Cambria" panose="02040503050406030204" pitchFamily="18" charset="0"/>
                <a:ea typeface="Cambria" panose="02040503050406030204" pitchFamily="18" charset="0"/>
              </a:rPr>
              <a:t>&lt;/head&gt;</a:t>
            </a:r>
          </a:p>
          <a:p>
            <a:r>
              <a:rPr lang="en-US" sz="1600" dirty="0">
                <a:solidFill>
                  <a:schemeClr val="bg2">
                    <a:lumMod val="50000"/>
                  </a:schemeClr>
                </a:solidFill>
                <a:latin typeface="Cambria" panose="02040503050406030204" pitchFamily="18" charset="0"/>
                <a:ea typeface="Cambria" panose="02040503050406030204" pitchFamily="18" charset="0"/>
              </a:rPr>
              <a:t>&lt;body&gt;</a:t>
            </a:r>
          </a:p>
          <a:p>
            <a:r>
              <a:rPr lang="en-US" sz="1600" dirty="0">
                <a:solidFill>
                  <a:schemeClr val="bg2">
                    <a:lumMod val="50000"/>
                  </a:schemeClr>
                </a:solidFill>
                <a:latin typeface="Cambria" panose="02040503050406030204" pitchFamily="18" charset="0"/>
                <a:ea typeface="Cambria" panose="02040503050406030204" pitchFamily="18" charset="0"/>
              </a:rPr>
              <a:t>&lt;h1&gt;</a:t>
            </a:r>
            <a:r>
              <a:rPr lang="en-US" sz="1600" dirty="0">
                <a:latin typeface="Cambria" panose="02040503050406030204" pitchFamily="18" charset="0"/>
                <a:ea typeface="Cambria" panose="02040503050406030204" pitchFamily="18" charset="0"/>
              </a:rPr>
              <a:t>My First CSS Example</a:t>
            </a:r>
            <a:r>
              <a:rPr lang="en-US" sz="1600" dirty="0">
                <a:solidFill>
                  <a:schemeClr val="bg2">
                    <a:lumMod val="50000"/>
                  </a:schemeClr>
                </a:solidFill>
                <a:latin typeface="Cambria" panose="02040503050406030204" pitchFamily="18" charset="0"/>
                <a:ea typeface="Cambria" panose="02040503050406030204" pitchFamily="18" charset="0"/>
              </a:rPr>
              <a:t>&lt;/h1&gt;</a:t>
            </a:r>
          </a:p>
          <a:p>
            <a:r>
              <a:rPr lang="en-US" sz="1600" dirty="0">
                <a:solidFill>
                  <a:schemeClr val="bg2">
                    <a:lumMod val="50000"/>
                  </a:schemeClr>
                </a:solidFill>
                <a:latin typeface="Cambria" panose="02040503050406030204" pitchFamily="18" charset="0"/>
                <a:ea typeface="Cambria" panose="02040503050406030204" pitchFamily="18" charset="0"/>
              </a:rPr>
              <a:t>&lt;p&gt;</a:t>
            </a:r>
            <a:r>
              <a:rPr lang="en-US" sz="1600" dirty="0">
                <a:latin typeface="Cambria" panose="02040503050406030204" pitchFamily="18" charset="0"/>
                <a:ea typeface="Cambria" panose="02040503050406030204" pitchFamily="18" charset="0"/>
              </a:rPr>
              <a:t>This is a paragraph.</a:t>
            </a:r>
            <a:r>
              <a:rPr lang="en-US" sz="1600" dirty="0">
                <a:solidFill>
                  <a:schemeClr val="bg2">
                    <a:lumMod val="50000"/>
                  </a:schemeClr>
                </a:solidFill>
                <a:latin typeface="Cambria" panose="02040503050406030204" pitchFamily="18" charset="0"/>
                <a:ea typeface="Cambria" panose="02040503050406030204" pitchFamily="18" charset="0"/>
              </a:rPr>
              <a:t>&lt;/p&gt;</a:t>
            </a:r>
          </a:p>
          <a:p>
            <a:r>
              <a:rPr lang="en-US" sz="1600" dirty="0">
                <a:solidFill>
                  <a:schemeClr val="bg2">
                    <a:lumMod val="50000"/>
                  </a:schemeClr>
                </a:solidFill>
                <a:latin typeface="Cambria" panose="02040503050406030204" pitchFamily="18" charset="0"/>
                <a:ea typeface="Cambria" panose="02040503050406030204" pitchFamily="18" charset="0"/>
              </a:rPr>
              <a:t>&lt;/body&gt;</a:t>
            </a:r>
          </a:p>
          <a:p>
            <a:r>
              <a:rPr lang="en-US" sz="1600" dirty="0">
                <a:latin typeface="Cambria" panose="02040503050406030204" pitchFamily="18" charset="0"/>
                <a:ea typeface="Cambria" panose="02040503050406030204" pitchFamily="18" charset="0"/>
              </a:rPr>
              <a:t>&lt;/html&gt;</a:t>
            </a:r>
          </a:p>
        </p:txBody>
      </p:sp>
      <p:pic>
        <p:nvPicPr>
          <p:cNvPr id="2" name="Picture 1">
            <a:extLst>
              <a:ext uri="{FF2B5EF4-FFF2-40B4-BE49-F238E27FC236}">
                <a16:creationId xmlns:a16="http://schemas.microsoft.com/office/drawing/2014/main" id="{B246E352-7F2B-4AA3-9697-D018CFE12E2B}"/>
              </a:ext>
            </a:extLst>
          </p:cNvPr>
          <p:cNvPicPr>
            <a:picLocks noChangeAspect="1"/>
          </p:cNvPicPr>
          <p:nvPr/>
        </p:nvPicPr>
        <p:blipFill>
          <a:blip r:embed="rId2"/>
          <a:stretch>
            <a:fillRect/>
          </a:stretch>
        </p:blipFill>
        <p:spPr>
          <a:xfrm>
            <a:off x="3568390" y="3058840"/>
            <a:ext cx="5477136" cy="1371600"/>
          </a:xfrm>
          <a:prstGeom prst="rect">
            <a:avLst/>
          </a:prstGeom>
        </p:spPr>
      </p:pic>
      <p:sp>
        <p:nvSpPr>
          <p:cNvPr id="5" name="TextBox 4">
            <a:extLst>
              <a:ext uri="{FF2B5EF4-FFF2-40B4-BE49-F238E27FC236}">
                <a16:creationId xmlns:a16="http://schemas.microsoft.com/office/drawing/2014/main" id="{FD45DDD7-120A-4B96-BB66-B26C3FBFDC87}"/>
              </a:ext>
            </a:extLst>
          </p:cNvPr>
          <p:cNvSpPr txBox="1"/>
          <p:nvPr/>
        </p:nvSpPr>
        <p:spPr>
          <a:xfrm flipH="1">
            <a:off x="5391442" y="2544466"/>
            <a:ext cx="2303586"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Output:</a:t>
            </a:r>
          </a:p>
        </p:txBody>
      </p:sp>
    </p:spTree>
    <p:extLst>
      <p:ext uri="{BB962C8B-B14F-4D97-AF65-F5344CB8AC3E}">
        <p14:creationId xmlns:p14="http://schemas.microsoft.com/office/powerpoint/2010/main" val="310134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180951"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Explanation </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4" y="1524612"/>
            <a:ext cx="8749282"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HTML was </a:t>
            </a:r>
            <a:r>
              <a:rPr lang="en-US" sz="2400" dirty="0">
                <a:solidFill>
                  <a:schemeClr val="bg2">
                    <a:lumMod val="50000"/>
                  </a:schemeClr>
                </a:solidFill>
                <a:latin typeface="Cambria" panose="02040503050406030204" pitchFamily="18" charset="0"/>
                <a:ea typeface="Cambria" panose="02040503050406030204" pitchFamily="18" charset="0"/>
              </a:rPr>
              <a:t>NEVER</a:t>
            </a:r>
            <a:r>
              <a:rPr lang="en-US" sz="2400" dirty="0">
                <a:latin typeface="Cambria" panose="02040503050406030204" pitchFamily="18" charset="0"/>
                <a:ea typeface="Cambria" panose="02040503050406030204" pitchFamily="18" charset="0"/>
              </a:rPr>
              <a:t> intended to contain tags for formatting a web page!</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HTML was created to describe the content of a web page, like:</a:t>
            </a:r>
          </a:p>
          <a:p>
            <a:r>
              <a:rPr lang="en-US" sz="2400" dirty="0">
                <a:solidFill>
                  <a:schemeClr val="bg2">
                    <a:lumMod val="50000"/>
                  </a:schemeClr>
                </a:solidFill>
                <a:latin typeface="Cambria" panose="02040503050406030204" pitchFamily="18" charset="0"/>
                <a:ea typeface="Cambria" panose="02040503050406030204" pitchFamily="18" charset="0"/>
              </a:rPr>
              <a:t>&lt;h1&gt;This is a heading&lt;/h1&gt;</a:t>
            </a:r>
          </a:p>
          <a:p>
            <a:r>
              <a:rPr lang="en-US" sz="2400" dirty="0">
                <a:solidFill>
                  <a:schemeClr val="bg2">
                    <a:lumMod val="50000"/>
                  </a:schemeClr>
                </a:solidFill>
                <a:latin typeface="Cambria" panose="02040503050406030204" pitchFamily="18" charset="0"/>
                <a:ea typeface="Cambria" panose="02040503050406030204" pitchFamily="18" charset="0"/>
              </a:rPr>
              <a:t>&lt;p&gt;This is a paragraph.&lt;/p&gt;</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Tags like &lt;font&gt;, and color attributes were added to the HTML 3.2 specification. </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Development of large websites, where fonts and color information were added to every single page, became a </a:t>
            </a:r>
            <a:r>
              <a:rPr lang="en-US" sz="2400" dirty="0">
                <a:solidFill>
                  <a:schemeClr val="bg2">
                    <a:lumMod val="50000"/>
                  </a:schemeClr>
                </a:solidFill>
                <a:latin typeface="Cambria" panose="02040503050406030204" pitchFamily="18" charset="0"/>
                <a:ea typeface="Cambria" panose="02040503050406030204" pitchFamily="18" charset="0"/>
              </a:rPr>
              <a:t>long</a:t>
            </a:r>
            <a:r>
              <a:rPr lang="en-US" sz="2400" dirty="0">
                <a:latin typeface="Cambria" panose="02040503050406030204" pitchFamily="18" charset="0"/>
                <a:ea typeface="Cambria" panose="02040503050406030204" pitchFamily="18" charset="0"/>
              </a:rPr>
              <a:t> and </a:t>
            </a:r>
            <a:r>
              <a:rPr lang="en-US" sz="2400" dirty="0">
                <a:solidFill>
                  <a:schemeClr val="bg2">
                    <a:lumMod val="50000"/>
                  </a:schemeClr>
                </a:solidFill>
                <a:latin typeface="Cambria" panose="02040503050406030204" pitchFamily="18" charset="0"/>
                <a:ea typeface="Cambria" panose="02040503050406030204" pitchFamily="18" charset="0"/>
              </a:rPr>
              <a:t>expensive</a:t>
            </a:r>
            <a:r>
              <a:rPr lang="en-US" sz="2400" dirty="0">
                <a:latin typeface="Cambria" panose="02040503050406030204" pitchFamily="18" charset="0"/>
                <a:ea typeface="Cambria" panose="02040503050406030204" pitchFamily="18" charset="0"/>
              </a:rPr>
              <a:t> process.</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CSS removed the style formatting from the HTML page!</a:t>
            </a:r>
          </a:p>
        </p:txBody>
      </p:sp>
    </p:spTree>
    <p:extLst>
      <p:ext uri="{BB962C8B-B14F-4D97-AF65-F5344CB8AC3E}">
        <p14:creationId xmlns:p14="http://schemas.microsoft.com/office/powerpoint/2010/main" val="2798130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CSS Syntax</a:t>
            </a:r>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76205" y="1339656"/>
            <a:ext cx="838644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solidFill>
                <a:srgbClr val="000000"/>
              </a:solidFill>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selector</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points to the HTML element you want to style.</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The declaration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block</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contains one or more declarations separated by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semicolons</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Each declaration includes a CSS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property name </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and a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value</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separated by a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colon</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 CSS declaration always ends with a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semicolon</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and declaration blocks are surrounded by </a:t>
            </a:r>
            <a:r>
              <a:rPr kumimoji="0" lang="en-US" altLang="en-US" b="0" i="0" u="none" strike="noStrike" cap="none" normalizeH="0" baseline="0" dirty="0">
                <a:ln>
                  <a:noFill/>
                </a:ln>
                <a:solidFill>
                  <a:schemeClr val="bg2">
                    <a:lumMod val="50000"/>
                  </a:schemeClr>
                </a:solidFill>
                <a:effectLst/>
                <a:latin typeface="Cambria" panose="02040503050406030204" pitchFamily="18" charset="0"/>
                <a:ea typeface="Cambria" panose="02040503050406030204" pitchFamily="18" charset="0"/>
              </a:rPr>
              <a:t>curly braces</a:t>
            </a:r>
            <a: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p>
          <a:p>
            <a:pPr marL="171450" lvl="0" indent="-171450">
              <a:buFont typeface="Arial" panose="020B0604020202020204" pitchFamily="34" charset="0"/>
              <a:buChar char="•"/>
            </a:pPr>
            <a:r>
              <a:rPr lang="en-US" altLang="en-US" dirty="0">
                <a:solidFill>
                  <a:srgbClr val="000000"/>
                </a:solidFill>
                <a:latin typeface="Cambria" panose="02040503050406030204" pitchFamily="18" charset="0"/>
                <a:ea typeface="Cambria" panose="02040503050406030204" pitchFamily="18" charset="0"/>
              </a:rPr>
              <a:t>Can not add a space between the </a:t>
            </a:r>
            <a:r>
              <a:rPr lang="en-US" altLang="en-US" dirty="0">
                <a:solidFill>
                  <a:schemeClr val="bg2">
                    <a:lumMod val="50000"/>
                  </a:schemeClr>
                </a:solidFill>
                <a:latin typeface="Cambria" panose="02040503050406030204" pitchFamily="18" charset="0"/>
                <a:ea typeface="Cambria" panose="02040503050406030204" pitchFamily="18" charset="0"/>
              </a:rPr>
              <a:t>property value</a:t>
            </a:r>
            <a:r>
              <a:rPr lang="en-US" altLang="en-US" dirty="0">
                <a:solidFill>
                  <a:srgbClr val="000000"/>
                </a:solidFill>
                <a:latin typeface="Cambria" panose="02040503050406030204" pitchFamily="18" charset="0"/>
                <a:ea typeface="Cambria" panose="02040503050406030204" pitchFamily="18" charset="0"/>
              </a:rPr>
              <a:t> and the </a:t>
            </a:r>
            <a:r>
              <a:rPr lang="en-US" altLang="en-US" dirty="0">
                <a:solidFill>
                  <a:schemeClr val="bg2">
                    <a:lumMod val="50000"/>
                  </a:schemeClr>
                </a:solidFill>
                <a:latin typeface="Cambria" panose="02040503050406030204" pitchFamily="18" charset="0"/>
                <a:ea typeface="Cambria" panose="02040503050406030204" pitchFamily="18" charset="0"/>
              </a:rPr>
              <a:t>unit</a:t>
            </a:r>
            <a:br>
              <a:rPr kumimoji="0" lang="en-US" altLang="en-US"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endParaRPr kumimoji="0" lang="en-US" altLang="en-US"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1026" name="Picture 2" descr="CSS selector">
            <a:extLst>
              <a:ext uri="{FF2B5EF4-FFF2-40B4-BE49-F238E27FC236}">
                <a16:creationId xmlns:a16="http://schemas.microsoft.com/office/drawing/2014/main" id="{C181C03E-040C-4423-AFC6-6024FB0EB4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23124" y="2224778"/>
            <a:ext cx="6021738" cy="108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56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Example</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148925"/>
            <a:ext cx="8892157" cy="1200329"/>
          </a:xfrm>
          <a:prstGeom prst="rect">
            <a:avLst/>
          </a:prstGeom>
          <a:noFill/>
        </p:spPr>
        <p:txBody>
          <a:bodyPr wrap="square" rtlCol="0">
            <a:spAutoFit/>
          </a:bodyPr>
          <a:lstStyle/>
          <a:p>
            <a:r>
              <a:rPr lang="en-US" dirty="0">
                <a:solidFill>
                  <a:schemeClr val="bg2">
                    <a:lumMod val="50000"/>
                  </a:schemeClr>
                </a:solidFill>
                <a:latin typeface="Cambria" panose="02040503050406030204" pitchFamily="18" charset="0"/>
                <a:ea typeface="Cambria" panose="02040503050406030204" pitchFamily="18" charset="0"/>
              </a:rPr>
              <a:t>p</a:t>
            </a:r>
            <a:r>
              <a:rPr lang="en-US" dirty="0">
                <a:latin typeface="Cambria" panose="02040503050406030204" pitchFamily="18" charset="0"/>
                <a:ea typeface="Cambria" panose="02040503050406030204" pitchFamily="18" charset="0"/>
              </a:rPr>
              <a:t>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color</a:t>
            </a:r>
            <a:r>
              <a:rPr lang="en-US" dirty="0">
                <a:latin typeface="Cambria" panose="02040503050406030204" pitchFamily="18" charset="0"/>
                <a:ea typeface="Cambria" panose="02040503050406030204" pitchFamily="18" charset="0"/>
              </a:rPr>
              <a:t>: red;</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text-align</a:t>
            </a:r>
            <a:r>
              <a:rPr lang="en-US" dirty="0">
                <a:latin typeface="Cambria" panose="02040503050406030204" pitchFamily="18" charset="0"/>
                <a:ea typeface="Cambria" panose="02040503050406030204" pitchFamily="18" charset="0"/>
              </a:rPr>
              <a:t>: center;</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p:txBody>
      </p:sp>
      <p:sp>
        <p:nvSpPr>
          <p:cNvPr id="6" name="Subtitle 2">
            <a:extLst>
              <a:ext uri="{FF2B5EF4-FFF2-40B4-BE49-F238E27FC236}">
                <a16:creationId xmlns:a16="http://schemas.microsoft.com/office/drawing/2014/main" id="{FACCBFDE-DD95-4059-951A-F3AB290ACF69}"/>
              </a:ext>
            </a:extLst>
          </p:cNvPr>
          <p:cNvSpPr txBox="1">
            <a:spLocks/>
          </p:cNvSpPr>
          <p:nvPr/>
        </p:nvSpPr>
        <p:spPr>
          <a:xfrm>
            <a:off x="351692" y="2875175"/>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Explanation</a:t>
            </a:r>
          </a:p>
        </p:txBody>
      </p:sp>
      <p:sp>
        <p:nvSpPr>
          <p:cNvPr id="7" name="TextBox 6">
            <a:extLst>
              <a:ext uri="{FF2B5EF4-FFF2-40B4-BE49-F238E27FC236}">
                <a16:creationId xmlns:a16="http://schemas.microsoft.com/office/drawing/2014/main" id="{F6E49A25-AB2A-4390-80A8-F2B12692053A}"/>
              </a:ext>
            </a:extLst>
          </p:cNvPr>
          <p:cNvSpPr txBox="1"/>
          <p:nvPr/>
        </p:nvSpPr>
        <p:spPr>
          <a:xfrm>
            <a:off x="251843" y="3429000"/>
            <a:ext cx="8892157"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chemeClr val="bg2">
                    <a:lumMod val="50000"/>
                  </a:schemeClr>
                </a:solidFill>
                <a:latin typeface="Cambria" panose="02040503050406030204" pitchFamily="18" charset="0"/>
                <a:ea typeface="Cambria" panose="02040503050406030204" pitchFamily="18" charset="0"/>
              </a:rPr>
              <a:t>p</a:t>
            </a:r>
            <a:r>
              <a:rPr lang="en-US" sz="2000" dirty="0">
                <a:latin typeface="Cambria" panose="02040503050406030204" pitchFamily="18" charset="0"/>
                <a:ea typeface="Cambria" panose="02040503050406030204" pitchFamily="18" charset="0"/>
              </a:rPr>
              <a:t> is a </a:t>
            </a:r>
            <a:r>
              <a:rPr lang="en-US" sz="2000" dirty="0">
                <a:solidFill>
                  <a:schemeClr val="bg2">
                    <a:lumMod val="50000"/>
                  </a:schemeClr>
                </a:solidFill>
                <a:latin typeface="Cambria" panose="02040503050406030204" pitchFamily="18" charset="0"/>
                <a:ea typeface="Cambria" panose="02040503050406030204" pitchFamily="18" charset="0"/>
              </a:rPr>
              <a:t>selector</a:t>
            </a:r>
            <a:r>
              <a:rPr lang="en-US" sz="2000" dirty="0">
                <a:latin typeface="Cambria" panose="02040503050406030204" pitchFamily="18" charset="0"/>
                <a:ea typeface="Cambria" panose="02040503050406030204" pitchFamily="18" charset="0"/>
              </a:rPr>
              <a:t> in CSS.</a:t>
            </a:r>
          </a:p>
          <a:p>
            <a:pPr marL="285750" indent="-285750">
              <a:buFont typeface="Arial" panose="020B0604020202020204" pitchFamily="34" charset="0"/>
              <a:buChar char="•"/>
            </a:pPr>
            <a:r>
              <a:rPr lang="en-US" sz="2000" dirty="0">
                <a:solidFill>
                  <a:schemeClr val="bg2">
                    <a:lumMod val="50000"/>
                  </a:schemeClr>
                </a:solidFill>
                <a:latin typeface="Cambria" panose="02040503050406030204" pitchFamily="18" charset="0"/>
                <a:ea typeface="Cambria" panose="02040503050406030204" pitchFamily="18" charset="0"/>
              </a:rPr>
              <a:t>color</a:t>
            </a:r>
            <a:r>
              <a:rPr lang="en-US" sz="2000" dirty="0">
                <a:latin typeface="Cambria" panose="02040503050406030204" pitchFamily="18" charset="0"/>
                <a:ea typeface="Cambria" panose="02040503050406030204" pitchFamily="18" charset="0"/>
              </a:rPr>
              <a:t> is a </a:t>
            </a:r>
            <a:r>
              <a:rPr lang="en-US" sz="2000" dirty="0">
                <a:solidFill>
                  <a:schemeClr val="bg2">
                    <a:lumMod val="50000"/>
                  </a:schemeClr>
                </a:solidFill>
                <a:latin typeface="Cambria" panose="02040503050406030204" pitchFamily="18" charset="0"/>
                <a:ea typeface="Cambria" panose="02040503050406030204" pitchFamily="18" charset="0"/>
              </a:rPr>
              <a:t>property</a:t>
            </a:r>
            <a:r>
              <a:rPr lang="en-US" sz="2000" dirty="0">
                <a:latin typeface="Cambria" panose="02040503050406030204" pitchFamily="18" charset="0"/>
                <a:ea typeface="Cambria" panose="02040503050406030204" pitchFamily="18" charset="0"/>
              </a:rPr>
              <a:t>, and red is the property value</a:t>
            </a:r>
          </a:p>
          <a:p>
            <a:pPr marL="285750" indent="-285750">
              <a:buFont typeface="Arial" panose="020B0604020202020204" pitchFamily="34" charset="0"/>
              <a:buChar char="•"/>
            </a:pPr>
            <a:r>
              <a:rPr lang="en-US" sz="2000" dirty="0">
                <a:solidFill>
                  <a:schemeClr val="bg2">
                    <a:lumMod val="50000"/>
                  </a:schemeClr>
                </a:solidFill>
                <a:latin typeface="Cambria" panose="02040503050406030204" pitchFamily="18" charset="0"/>
                <a:ea typeface="Cambria" panose="02040503050406030204" pitchFamily="18" charset="0"/>
              </a:rPr>
              <a:t>text-align</a:t>
            </a:r>
            <a:r>
              <a:rPr lang="en-US" sz="2000" dirty="0">
                <a:latin typeface="Cambria" panose="02040503050406030204" pitchFamily="18" charset="0"/>
                <a:ea typeface="Cambria" panose="02040503050406030204" pitchFamily="18" charset="0"/>
              </a:rPr>
              <a:t> is a </a:t>
            </a:r>
            <a:r>
              <a:rPr lang="en-US" sz="2000" dirty="0">
                <a:solidFill>
                  <a:schemeClr val="bg2">
                    <a:lumMod val="50000"/>
                  </a:schemeClr>
                </a:solidFill>
                <a:latin typeface="Cambria" panose="02040503050406030204" pitchFamily="18" charset="0"/>
                <a:ea typeface="Cambria" panose="02040503050406030204" pitchFamily="18" charset="0"/>
              </a:rPr>
              <a:t>property</a:t>
            </a:r>
            <a:r>
              <a:rPr lang="en-US" sz="2000" dirty="0">
                <a:latin typeface="Cambria" panose="02040503050406030204" pitchFamily="18" charset="0"/>
                <a:ea typeface="Cambria" panose="02040503050406030204" pitchFamily="18" charset="0"/>
              </a:rPr>
              <a:t>, and center is the property value</a:t>
            </a:r>
          </a:p>
        </p:txBody>
      </p:sp>
    </p:spTree>
    <p:extLst>
      <p:ext uri="{BB962C8B-B14F-4D97-AF65-F5344CB8AC3E}">
        <p14:creationId xmlns:p14="http://schemas.microsoft.com/office/powerpoint/2010/main" val="90540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CSS Selectors</a:t>
            </a:r>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21341" y="2324835"/>
            <a:ext cx="838644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000" dirty="0">
                <a:solidFill>
                  <a:srgbClr val="000000"/>
                </a:solidFill>
                <a:latin typeface="Cambria" panose="02040503050406030204" pitchFamily="18" charset="0"/>
                <a:ea typeface="Cambria" panose="02040503050406030204" pitchFamily="18" charset="0"/>
              </a:rPr>
              <a:t>CSS selectors divided into five categories:</a:t>
            </a:r>
          </a:p>
          <a:p>
            <a:pPr marL="171450" lvl="0" indent="-171450">
              <a:buFont typeface="Arial" panose="020B0604020202020204" pitchFamily="34" charset="0"/>
              <a:buChar char="•"/>
            </a:pPr>
            <a:endParaRPr lang="en-US" altLang="en-US" sz="2000" dirty="0">
              <a:solidFill>
                <a:srgbClr val="000000"/>
              </a:solidFill>
              <a:latin typeface="Cambria" panose="02040503050406030204" pitchFamily="18" charset="0"/>
              <a:ea typeface="Cambria" panose="02040503050406030204" pitchFamily="18" charset="0"/>
            </a:endParaRPr>
          </a:p>
          <a:p>
            <a:pPr marL="171450" lvl="0" indent="-171450">
              <a:buFont typeface="Arial" panose="020B0604020202020204" pitchFamily="34" charset="0"/>
              <a:buChar char="•"/>
            </a:pPr>
            <a:r>
              <a:rPr lang="en-US" altLang="en-US" sz="2000" dirty="0">
                <a:solidFill>
                  <a:schemeClr val="bg2">
                    <a:lumMod val="50000"/>
                  </a:schemeClr>
                </a:solidFill>
                <a:latin typeface="Cambria" panose="02040503050406030204" pitchFamily="18" charset="0"/>
                <a:ea typeface="Cambria" panose="02040503050406030204" pitchFamily="18" charset="0"/>
              </a:rPr>
              <a:t>Simple selectors </a:t>
            </a:r>
            <a:r>
              <a:rPr lang="en-US" altLang="en-US" sz="2000" dirty="0">
                <a:solidFill>
                  <a:srgbClr val="000000"/>
                </a:solidFill>
                <a:latin typeface="Cambria" panose="02040503050406030204" pitchFamily="18" charset="0"/>
                <a:ea typeface="Cambria" panose="02040503050406030204" pitchFamily="18" charset="0"/>
              </a:rPr>
              <a:t>(select elements based on name, id, class)</a:t>
            </a:r>
          </a:p>
          <a:p>
            <a:pPr marL="171450" lvl="0" indent="-171450">
              <a:buFont typeface="Arial" panose="020B0604020202020204" pitchFamily="34" charset="0"/>
              <a:buChar char="•"/>
            </a:pPr>
            <a:r>
              <a:rPr lang="en-US" altLang="en-US" sz="2000" dirty="0">
                <a:solidFill>
                  <a:schemeClr val="bg2">
                    <a:lumMod val="50000"/>
                  </a:schemeClr>
                </a:solidFill>
                <a:latin typeface="Cambria" panose="02040503050406030204" pitchFamily="18" charset="0"/>
                <a:ea typeface="Cambria" panose="02040503050406030204" pitchFamily="18" charset="0"/>
              </a:rPr>
              <a:t>Combinator selectors </a:t>
            </a:r>
            <a:r>
              <a:rPr lang="en-US" altLang="en-US" sz="2000" dirty="0">
                <a:solidFill>
                  <a:srgbClr val="000000"/>
                </a:solidFill>
                <a:latin typeface="Cambria" panose="02040503050406030204" pitchFamily="18" charset="0"/>
                <a:ea typeface="Cambria" panose="02040503050406030204" pitchFamily="18" charset="0"/>
              </a:rPr>
              <a:t>(select elements based on a specific relationship between them)</a:t>
            </a:r>
          </a:p>
          <a:p>
            <a:pPr marL="171450" lvl="0" indent="-171450">
              <a:buFont typeface="Arial" panose="020B0604020202020204" pitchFamily="34" charset="0"/>
              <a:buChar char="•"/>
            </a:pPr>
            <a:r>
              <a:rPr lang="en-US" altLang="en-US" sz="2000" dirty="0">
                <a:solidFill>
                  <a:schemeClr val="bg2">
                    <a:lumMod val="50000"/>
                  </a:schemeClr>
                </a:solidFill>
                <a:latin typeface="Cambria" panose="02040503050406030204" pitchFamily="18" charset="0"/>
                <a:ea typeface="Cambria" panose="02040503050406030204" pitchFamily="18" charset="0"/>
              </a:rPr>
              <a:t>Pseudo-class selectors </a:t>
            </a:r>
            <a:r>
              <a:rPr lang="en-US" altLang="en-US" sz="2000" dirty="0">
                <a:solidFill>
                  <a:srgbClr val="000000"/>
                </a:solidFill>
                <a:latin typeface="Cambria" panose="02040503050406030204" pitchFamily="18" charset="0"/>
                <a:ea typeface="Cambria" panose="02040503050406030204" pitchFamily="18" charset="0"/>
              </a:rPr>
              <a:t>(select elements based on a certain state)</a:t>
            </a:r>
          </a:p>
          <a:p>
            <a:pPr marL="171450" lvl="0" indent="-171450">
              <a:buFont typeface="Arial" panose="020B0604020202020204" pitchFamily="34" charset="0"/>
              <a:buChar char="•"/>
            </a:pPr>
            <a:r>
              <a:rPr lang="en-US" altLang="en-US" sz="2000" dirty="0">
                <a:solidFill>
                  <a:schemeClr val="bg2">
                    <a:lumMod val="50000"/>
                  </a:schemeClr>
                </a:solidFill>
                <a:latin typeface="Cambria" panose="02040503050406030204" pitchFamily="18" charset="0"/>
                <a:ea typeface="Cambria" panose="02040503050406030204" pitchFamily="18" charset="0"/>
              </a:rPr>
              <a:t>Pseudo-elements selectors </a:t>
            </a:r>
            <a:r>
              <a:rPr lang="en-US" altLang="en-US" sz="2000" dirty="0">
                <a:solidFill>
                  <a:srgbClr val="000000"/>
                </a:solidFill>
                <a:latin typeface="Cambria" panose="02040503050406030204" pitchFamily="18" charset="0"/>
                <a:ea typeface="Cambria" panose="02040503050406030204" pitchFamily="18" charset="0"/>
              </a:rPr>
              <a:t>(select and style a part of an element)</a:t>
            </a:r>
          </a:p>
          <a:p>
            <a:pPr marL="171450" lvl="0" indent="-171450">
              <a:buFont typeface="Arial" panose="020B0604020202020204" pitchFamily="34" charset="0"/>
              <a:buChar char="•"/>
            </a:pPr>
            <a:r>
              <a:rPr lang="en-US" altLang="en-US" sz="2000" dirty="0">
                <a:solidFill>
                  <a:schemeClr val="bg2">
                    <a:lumMod val="50000"/>
                  </a:schemeClr>
                </a:solidFill>
                <a:latin typeface="Cambria" panose="02040503050406030204" pitchFamily="18" charset="0"/>
                <a:ea typeface="Cambria" panose="02040503050406030204" pitchFamily="18" charset="0"/>
              </a:rPr>
              <a:t>Attribute selectors </a:t>
            </a:r>
            <a:r>
              <a:rPr lang="en-US" altLang="en-US" sz="2000" dirty="0">
                <a:solidFill>
                  <a:srgbClr val="000000"/>
                </a:solidFill>
                <a:latin typeface="Cambria" panose="02040503050406030204" pitchFamily="18" charset="0"/>
                <a:ea typeface="Cambria" panose="02040503050406030204" pitchFamily="18" charset="0"/>
              </a:rPr>
              <a:t>(select elements based on an attribute or attribute value)</a:t>
            </a:r>
          </a:p>
        </p:txBody>
      </p:sp>
    </p:spTree>
    <p:extLst>
      <p:ext uri="{BB962C8B-B14F-4D97-AF65-F5344CB8AC3E}">
        <p14:creationId xmlns:p14="http://schemas.microsoft.com/office/powerpoint/2010/main" val="234564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fontScale="77500" lnSpcReduction="2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The CSS element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533197" y="1402143"/>
            <a:ext cx="7879283" cy="3046988"/>
          </a:xfrm>
          <a:prstGeom prst="rect">
            <a:avLst/>
          </a:prstGeom>
          <a:noFill/>
        </p:spPr>
        <p:txBody>
          <a:bodyPr wrap="square" rtlCol="0">
            <a:spAutoFit/>
          </a:bodyPr>
          <a:lstStyle/>
          <a:p>
            <a:r>
              <a:rPr lang="en-US" sz="2400" dirty="0">
                <a:latin typeface="Cambria" panose="02040503050406030204" pitchFamily="18" charset="0"/>
                <a:ea typeface="Cambria" panose="02040503050406030204" pitchFamily="18" charset="0"/>
              </a:rPr>
              <a:t>The element </a:t>
            </a:r>
            <a:r>
              <a:rPr lang="en-US" sz="2400" dirty="0">
                <a:solidFill>
                  <a:schemeClr val="bg2">
                    <a:lumMod val="50000"/>
                  </a:schemeClr>
                </a:solidFill>
                <a:latin typeface="Cambria" panose="02040503050406030204" pitchFamily="18" charset="0"/>
                <a:ea typeface="Cambria" panose="02040503050406030204" pitchFamily="18" charset="0"/>
              </a:rPr>
              <a:t>selector</a:t>
            </a:r>
            <a:r>
              <a:rPr lang="en-US" sz="2400" dirty="0">
                <a:latin typeface="Cambria" panose="02040503050406030204" pitchFamily="18" charset="0"/>
                <a:ea typeface="Cambria" panose="02040503050406030204" pitchFamily="18" charset="0"/>
              </a:rPr>
              <a:t> selects </a:t>
            </a:r>
            <a:r>
              <a:rPr lang="en-US" sz="2400" dirty="0">
                <a:solidFill>
                  <a:schemeClr val="bg2">
                    <a:lumMod val="50000"/>
                  </a:schemeClr>
                </a:solidFill>
                <a:latin typeface="Cambria" panose="02040503050406030204" pitchFamily="18" charset="0"/>
                <a:ea typeface="Cambria" panose="02040503050406030204" pitchFamily="18" charset="0"/>
              </a:rPr>
              <a:t>HTML elements </a:t>
            </a:r>
            <a:r>
              <a:rPr lang="en-US" sz="2400" dirty="0">
                <a:latin typeface="Cambria" panose="02040503050406030204" pitchFamily="18" charset="0"/>
                <a:ea typeface="Cambria" panose="02040503050406030204" pitchFamily="18" charset="0"/>
              </a:rPr>
              <a:t>based on the element name. </a:t>
            </a:r>
          </a:p>
          <a:p>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 </a:t>
            </a:r>
          </a:p>
          <a:p>
            <a:r>
              <a:rPr lang="en-US" sz="2400" dirty="0">
                <a:solidFill>
                  <a:schemeClr val="bg2">
                    <a:lumMod val="50000"/>
                  </a:schemeClr>
                </a:solidFill>
                <a:latin typeface="Cambria" panose="02040503050406030204" pitchFamily="18" charset="0"/>
                <a:ea typeface="Cambria" panose="02040503050406030204" pitchFamily="18" charset="0"/>
              </a:rPr>
              <a:t>p</a:t>
            </a:r>
            <a:r>
              <a:rPr lang="en-US" sz="2400" dirty="0">
                <a:latin typeface="Cambria" panose="02040503050406030204" pitchFamily="18" charset="0"/>
                <a:ea typeface="Cambria" panose="02040503050406030204" pitchFamily="18" charset="0"/>
              </a:rPr>
              <a:t> {</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  text-align: center;</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  color: red;</a:t>
            </a:r>
            <a:br>
              <a:rPr lang="en-US" sz="2400" dirty="0">
                <a:latin typeface="Cambria" panose="02040503050406030204" pitchFamily="18" charset="0"/>
                <a:ea typeface="Cambria" panose="02040503050406030204" pitchFamily="18" charset="0"/>
              </a:rPr>
            </a:br>
            <a:r>
              <a:rPr lang="en-US" sz="24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630739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id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533197" y="1289601"/>
            <a:ext cx="7879283"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The </a:t>
            </a:r>
            <a:r>
              <a:rPr lang="en-US" sz="2400" dirty="0">
                <a:solidFill>
                  <a:schemeClr val="bg2">
                    <a:lumMod val="50000"/>
                  </a:schemeClr>
                </a:solidFill>
                <a:latin typeface="Cambria" panose="02040503050406030204" pitchFamily="18" charset="0"/>
                <a:ea typeface="Cambria" panose="02040503050406030204" pitchFamily="18" charset="0"/>
              </a:rPr>
              <a:t>id</a:t>
            </a:r>
            <a:r>
              <a:rPr lang="en-US" sz="2400" dirty="0">
                <a:latin typeface="Cambria" panose="02040503050406030204" pitchFamily="18" charset="0"/>
                <a:ea typeface="Cambria" panose="02040503050406030204" pitchFamily="18" charset="0"/>
              </a:rPr>
              <a:t> selector uses the id attribute of an HTML element to select a specific element.</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The </a:t>
            </a:r>
            <a:r>
              <a:rPr lang="en-US" sz="2400" dirty="0">
                <a:solidFill>
                  <a:schemeClr val="bg2">
                    <a:lumMod val="50000"/>
                  </a:schemeClr>
                </a:solidFill>
                <a:latin typeface="Cambria" panose="02040503050406030204" pitchFamily="18" charset="0"/>
                <a:ea typeface="Cambria" panose="02040503050406030204" pitchFamily="18" charset="0"/>
              </a:rPr>
              <a:t>id</a:t>
            </a:r>
            <a:r>
              <a:rPr lang="en-US" sz="2400" dirty="0">
                <a:latin typeface="Cambria" panose="02040503050406030204" pitchFamily="18" charset="0"/>
                <a:ea typeface="Cambria" panose="02040503050406030204" pitchFamily="18" charset="0"/>
              </a:rPr>
              <a:t> of an element is </a:t>
            </a:r>
            <a:r>
              <a:rPr lang="en-US" sz="2400" dirty="0">
                <a:solidFill>
                  <a:schemeClr val="bg2">
                    <a:lumMod val="50000"/>
                  </a:schemeClr>
                </a:solidFill>
                <a:latin typeface="Cambria" panose="02040503050406030204" pitchFamily="18" charset="0"/>
                <a:ea typeface="Cambria" panose="02040503050406030204" pitchFamily="18" charset="0"/>
              </a:rPr>
              <a:t>unique within a page</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To select an element with a specific id with a hash (#) character, followed by the id of the element.</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An id name </a:t>
            </a:r>
            <a:r>
              <a:rPr lang="en-US" sz="2400" dirty="0">
                <a:solidFill>
                  <a:srgbClr val="FF0000"/>
                </a:solidFill>
                <a:latin typeface="Cambria" panose="02040503050406030204" pitchFamily="18" charset="0"/>
                <a:ea typeface="Cambria" panose="02040503050406030204" pitchFamily="18" charset="0"/>
              </a:rPr>
              <a:t>cannot</a:t>
            </a:r>
            <a:r>
              <a:rPr lang="en-US" sz="2400" dirty="0">
                <a:latin typeface="Cambria" panose="02040503050406030204" pitchFamily="18" charset="0"/>
                <a:ea typeface="Cambria" panose="02040503050406030204" pitchFamily="18" charset="0"/>
              </a:rPr>
              <a:t> start with a </a:t>
            </a:r>
            <a:r>
              <a:rPr lang="en-US" sz="2400" dirty="0">
                <a:solidFill>
                  <a:srgbClr val="FF0000"/>
                </a:solidFill>
                <a:latin typeface="Cambria" panose="02040503050406030204" pitchFamily="18" charset="0"/>
                <a:ea typeface="Cambria" panose="02040503050406030204" pitchFamily="18" charset="0"/>
              </a:rPr>
              <a:t>number</a:t>
            </a:r>
          </a:p>
          <a:p>
            <a:endParaRPr lang="en-US" sz="2400" dirty="0">
              <a:latin typeface="Cambria" panose="02040503050406030204" pitchFamily="18" charset="0"/>
              <a:ea typeface="Cambria" panose="02040503050406030204" pitchFamily="18" charset="0"/>
            </a:endParaRPr>
          </a:p>
          <a:p>
            <a:r>
              <a:rPr lang="en-US" sz="2400" b="1" dirty="0">
                <a:latin typeface="Cambria" panose="02040503050406030204" pitchFamily="18" charset="0"/>
                <a:ea typeface="Cambria" panose="02040503050406030204" pitchFamily="18" charset="0"/>
              </a:rPr>
              <a:t>Example</a:t>
            </a:r>
            <a:endParaRPr lang="en-US" sz="2400" dirty="0">
              <a:latin typeface="Cambria" panose="02040503050406030204" pitchFamily="18" charset="0"/>
              <a:ea typeface="Cambria" panose="02040503050406030204" pitchFamily="18" charset="0"/>
            </a:endParaRPr>
          </a:p>
          <a:p>
            <a:r>
              <a:rPr lang="en-US" sz="2400" dirty="0">
                <a:solidFill>
                  <a:schemeClr val="bg2">
                    <a:lumMod val="50000"/>
                  </a:schemeClr>
                </a:solidFill>
                <a:latin typeface="Cambria" panose="02040503050406030204" pitchFamily="18" charset="0"/>
                <a:ea typeface="Cambria" panose="02040503050406030204" pitchFamily="18" charset="0"/>
              </a:rPr>
              <a:t>#para1 </a:t>
            </a:r>
            <a:r>
              <a:rPr lang="en-US" sz="2400" dirty="0">
                <a:latin typeface="Cambria" panose="02040503050406030204" pitchFamily="18" charset="0"/>
                <a:ea typeface="Cambria" panose="02040503050406030204" pitchFamily="18" charset="0"/>
              </a:rPr>
              <a:t>{</a:t>
            </a:r>
          </a:p>
          <a:p>
            <a:r>
              <a:rPr lang="en-US" sz="2400" dirty="0">
                <a:latin typeface="Cambria" panose="02040503050406030204" pitchFamily="18" charset="0"/>
                <a:ea typeface="Cambria" panose="02040503050406030204" pitchFamily="18" charset="0"/>
              </a:rPr>
              <a:t>  text-align: center;</a:t>
            </a:r>
          </a:p>
          <a:p>
            <a:r>
              <a:rPr lang="en-US" sz="2400" dirty="0">
                <a:latin typeface="Cambria" panose="02040503050406030204" pitchFamily="18" charset="0"/>
                <a:ea typeface="Cambria" panose="02040503050406030204" pitchFamily="18" charset="0"/>
              </a:rPr>
              <a:t>  color: red;</a:t>
            </a:r>
          </a:p>
          <a:p>
            <a:r>
              <a:rPr lang="en-US" sz="2400" dirty="0">
                <a:latin typeface="Cambria" panose="02040503050406030204" pitchFamily="18" charset="0"/>
                <a:ea typeface="Cambria" panose="02040503050406030204" pitchFamily="18" charset="0"/>
              </a:rPr>
              <a:t>}</a:t>
            </a:r>
          </a:p>
          <a:p>
            <a:r>
              <a:rPr lang="en-US" sz="2400" dirty="0">
                <a:latin typeface="Cambria" panose="02040503050406030204" pitchFamily="18" charset="0"/>
                <a:ea typeface="Cambria" panose="02040503050406030204" pitchFamily="18" charset="0"/>
              </a:rPr>
              <a:t>The CSS rule below will be applied to the HTML element with id="</a:t>
            </a:r>
            <a:r>
              <a:rPr lang="en-US" sz="2400" dirty="0">
                <a:solidFill>
                  <a:schemeClr val="bg2">
                    <a:lumMod val="50000"/>
                  </a:schemeClr>
                </a:solidFill>
                <a:latin typeface="Cambria" panose="02040503050406030204" pitchFamily="18" charset="0"/>
                <a:ea typeface="Cambria" panose="02040503050406030204" pitchFamily="18" charset="0"/>
              </a:rPr>
              <a:t>para1</a:t>
            </a:r>
            <a:r>
              <a:rPr lang="en-US" sz="2400"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64073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2" y="595100"/>
            <a:ext cx="3216698" cy="493414"/>
          </a:xfrm>
          <a:prstGeom prst="rect">
            <a:avLst/>
          </a:prstGeom>
        </p:spPr>
        <p:txBody>
          <a:bodyPr>
            <a:normAutofit fontScale="85000"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The CSS class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38633"/>
            <a:ext cx="7949839" cy="5281438"/>
          </a:xfrm>
          <a:prstGeom prst="rect">
            <a:avLst/>
          </a:prstGeom>
          <a:noFill/>
        </p:spPr>
        <p:txBody>
          <a:bodyPr wrap="square" rtlCol="0">
            <a:spAutoFit/>
          </a:bodyPr>
          <a:lstStyle/>
          <a:p>
            <a:r>
              <a:rPr lang="en-US" sz="2000" dirty="0">
                <a:latin typeface="Cambria" panose="02040503050406030204" pitchFamily="18" charset="0"/>
                <a:ea typeface="Cambria" panose="02040503050406030204" pitchFamily="18" charset="0"/>
              </a:rPr>
              <a:t>The class </a:t>
            </a:r>
            <a:r>
              <a:rPr lang="en-US" sz="2000" dirty="0">
                <a:solidFill>
                  <a:schemeClr val="bg2">
                    <a:lumMod val="50000"/>
                  </a:schemeClr>
                </a:solidFill>
                <a:latin typeface="Cambria" panose="02040503050406030204" pitchFamily="18" charset="0"/>
                <a:ea typeface="Cambria" panose="02040503050406030204" pitchFamily="18" charset="0"/>
              </a:rPr>
              <a:t>selector</a:t>
            </a:r>
            <a:r>
              <a:rPr lang="en-US" sz="2000" dirty="0">
                <a:latin typeface="Cambria" panose="02040503050406030204" pitchFamily="18" charset="0"/>
                <a:ea typeface="Cambria" panose="02040503050406030204" pitchFamily="18" charset="0"/>
              </a:rPr>
              <a:t> selects HTML </a:t>
            </a:r>
            <a:r>
              <a:rPr lang="en-US" sz="2000" dirty="0">
                <a:solidFill>
                  <a:schemeClr val="bg2">
                    <a:lumMod val="50000"/>
                  </a:schemeClr>
                </a:solidFill>
                <a:latin typeface="Cambria" panose="02040503050406030204" pitchFamily="18" charset="0"/>
                <a:ea typeface="Cambria" panose="02040503050406030204" pitchFamily="18" charset="0"/>
              </a:rPr>
              <a:t>elements</a:t>
            </a:r>
            <a:r>
              <a:rPr lang="en-US" sz="2000" dirty="0">
                <a:latin typeface="Cambria" panose="02040503050406030204" pitchFamily="18" charset="0"/>
                <a:ea typeface="Cambria" panose="02040503050406030204" pitchFamily="18" charset="0"/>
              </a:rPr>
              <a:t> with a specific </a:t>
            </a:r>
            <a:r>
              <a:rPr lang="en-US" sz="2000" dirty="0">
                <a:solidFill>
                  <a:schemeClr val="bg2">
                    <a:lumMod val="50000"/>
                  </a:schemeClr>
                </a:solidFill>
                <a:latin typeface="Cambria" panose="02040503050406030204" pitchFamily="18" charset="0"/>
                <a:ea typeface="Cambria" panose="02040503050406030204" pitchFamily="18" charset="0"/>
              </a:rPr>
              <a:t>class</a:t>
            </a:r>
            <a:r>
              <a:rPr lang="en-US" sz="2000" dirty="0">
                <a:latin typeface="Cambria" panose="02040503050406030204" pitchFamily="18" charset="0"/>
                <a:ea typeface="Cambria" panose="02040503050406030204" pitchFamily="18" charset="0"/>
              </a:rPr>
              <a:t> attribute.</a:t>
            </a:r>
          </a:p>
          <a:p>
            <a:r>
              <a:rPr lang="en-US" sz="2000" dirty="0">
                <a:latin typeface="Cambria" panose="02040503050406030204" pitchFamily="18" charset="0"/>
                <a:ea typeface="Cambria" panose="02040503050406030204" pitchFamily="18" charset="0"/>
              </a:rPr>
              <a:t>To select elements with a specific class need to use (.) character, followed by the class name.</a:t>
            </a:r>
          </a:p>
          <a:p>
            <a:r>
              <a:rPr lang="en-US" sz="2000" dirty="0">
                <a:latin typeface="Cambria" panose="02040503050406030204" pitchFamily="18" charset="0"/>
                <a:ea typeface="Cambria" panose="02040503050406030204" pitchFamily="18" charset="0"/>
              </a:rPr>
              <a:t>In this example all HTML elements with class="center" will be red and center-aligned: </a:t>
            </a:r>
          </a:p>
          <a:p>
            <a:r>
              <a:rPr lang="en-US" sz="2000" dirty="0">
                <a:solidFill>
                  <a:schemeClr val="bg2">
                    <a:lumMod val="50000"/>
                  </a:schemeClr>
                </a:solidFill>
                <a:latin typeface="Cambria" panose="02040503050406030204" pitchFamily="18" charset="0"/>
                <a:ea typeface="Cambria" panose="02040503050406030204" pitchFamily="18" charset="0"/>
              </a:rPr>
              <a:t>.center</a:t>
            </a:r>
            <a:r>
              <a:rPr lang="en-US" sz="2000" dirty="0">
                <a:latin typeface="Cambria" panose="02040503050406030204" pitchFamily="18" charset="0"/>
                <a:ea typeface="Cambria" panose="02040503050406030204" pitchFamily="18" charset="0"/>
              </a:rPr>
              <a:t> {</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text-align: center;</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color: red;</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a:t>
            </a:r>
          </a:p>
          <a:p>
            <a:r>
              <a:rPr lang="en-US" sz="2000" dirty="0">
                <a:latin typeface="Cambria" panose="02040503050406030204" pitchFamily="18" charset="0"/>
                <a:ea typeface="Cambria" panose="02040503050406030204" pitchFamily="18" charset="0"/>
              </a:rPr>
              <a:t>It can be specified only specific HTML elements should be affected by a class.</a:t>
            </a:r>
          </a:p>
          <a:p>
            <a:r>
              <a:rPr lang="en-US" sz="2000" dirty="0">
                <a:latin typeface="Cambria" panose="02040503050406030204" pitchFamily="18" charset="0"/>
                <a:ea typeface="Cambria" panose="02040503050406030204" pitchFamily="18" charset="0"/>
              </a:rPr>
              <a:t>In this example only &lt;p&gt; elements with class="center" will be center-aligned: </a:t>
            </a:r>
          </a:p>
          <a:p>
            <a:r>
              <a:rPr lang="en-US" sz="2000" dirty="0" err="1">
                <a:solidFill>
                  <a:schemeClr val="bg2">
                    <a:lumMod val="50000"/>
                  </a:schemeClr>
                </a:solidFill>
                <a:latin typeface="Cambria" panose="02040503050406030204" pitchFamily="18" charset="0"/>
                <a:ea typeface="Cambria" panose="02040503050406030204" pitchFamily="18" charset="0"/>
              </a:rPr>
              <a:t>p.center</a:t>
            </a:r>
            <a:r>
              <a:rPr lang="en-US" sz="2000" dirty="0">
                <a:latin typeface="Cambria" panose="02040503050406030204" pitchFamily="18" charset="0"/>
                <a:ea typeface="Cambria" panose="02040503050406030204" pitchFamily="18" charset="0"/>
              </a:rPr>
              <a:t> {</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text-align: center;</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color: red;</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4001931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The CSS Universal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38632"/>
            <a:ext cx="7879283" cy="2031325"/>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The universal selector </a:t>
            </a:r>
            <a:r>
              <a:rPr lang="en-US" dirty="0">
                <a:solidFill>
                  <a:schemeClr val="bg2">
                    <a:lumMod val="50000"/>
                  </a:schemeClr>
                </a:solidFill>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selects all HTML elements on the page.</a:t>
            </a:r>
          </a:p>
          <a:p>
            <a:r>
              <a:rPr lang="en-US" dirty="0">
                <a:latin typeface="Cambria" panose="02040503050406030204" pitchFamily="18" charset="0"/>
                <a:ea typeface="Cambria" panose="02040503050406030204" pitchFamily="18" charset="0"/>
              </a:rPr>
              <a:t>Example</a:t>
            </a:r>
          </a:p>
          <a:p>
            <a:r>
              <a:rPr lang="en-US" dirty="0">
                <a:latin typeface="Cambria" panose="02040503050406030204" pitchFamily="18" charset="0"/>
                <a:ea typeface="Cambria" panose="02040503050406030204" pitchFamily="18" charset="0"/>
              </a:rPr>
              <a:t>The CSS rule below will affect every HTML element on the page: </a:t>
            </a:r>
          </a:p>
          <a:p>
            <a:r>
              <a:rPr lang="en-US" dirty="0">
                <a:solidFill>
                  <a:schemeClr val="bg2">
                    <a:lumMod val="50000"/>
                  </a:schemeClr>
                </a:solidFill>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text-align: center;</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color: blue;</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4187470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The CSS Grouping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088514"/>
            <a:ext cx="7879283" cy="3477875"/>
          </a:xfrm>
          <a:prstGeom prst="rect">
            <a:avLst/>
          </a:prstGeom>
          <a:noFill/>
        </p:spPr>
        <p:txBody>
          <a:bodyPr wrap="square" rtlCol="0">
            <a:spAutoFit/>
          </a:bodyPr>
          <a:lstStyle/>
          <a:p>
            <a:r>
              <a:rPr lang="en-US" sz="2000" dirty="0">
                <a:latin typeface="Cambria" panose="02040503050406030204" pitchFamily="18" charset="0"/>
                <a:ea typeface="Cambria" panose="02040503050406030204" pitchFamily="18" charset="0"/>
              </a:rPr>
              <a:t>The </a:t>
            </a:r>
            <a:r>
              <a:rPr lang="en-US" sz="2000" dirty="0">
                <a:solidFill>
                  <a:schemeClr val="bg2">
                    <a:lumMod val="50000"/>
                  </a:schemeClr>
                </a:solidFill>
                <a:latin typeface="Cambria" panose="02040503050406030204" pitchFamily="18" charset="0"/>
                <a:ea typeface="Cambria" panose="02040503050406030204" pitchFamily="18" charset="0"/>
              </a:rPr>
              <a:t>grouping selector </a:t>
            </a:r>
            <a:r>
              <a:rPr lang="en-US" sz="2000" dirty="0">
                <a:latin typeface="Cambria" panose="02040503050406030204" pitchFamily="18" charset="0"/>
                <a:ea typeface="Cambria" panose="02040503050406030204" pitchFamily="18" charset="0"/>
              </a:rPr>
              <a:t>selects all the HTML elements with the same style definitions.</a:t>
            </a:r>
          </a:p>
          <a:p>
            <a:r>
              <a:rPr lang="en-US" sz="2000" dirty="0">
                <a:latin typeface="Cambria" panose="02040503050406030204" pitchFamily="18" charset="0"/>
                <a:ea typeface="Cambria" panose="02040503050406030204" pitchFamily="18" charset="0"/>
              </a:rPr>
              <a:t>It will be better to group the selectors to minimize the code.</a:t>
            </a:r>
          </a:p>
          <a:p>
            <a:r>
              <a:rPr lang="en-US" sz="2000" dirty="0">
                <a:latin typeface="Cambria" panose="02040503050406030204" pitchFamily="18" charset="0"/>
                <a:ea typeface="Cambria" panose="02040503050406030204" pitchFamily="18" charset="0"/>
              </a:rPr>
              <a:t>To group selectors, separate each selector with a comma.</a:t>
            </a:r>
          </a:p>
          <a:p>
            <a:r>
              <a:rPr lang="en-US" sz="2000" dirty="0">
                <a:latin typeface="Cambria" panose="02040503050406030204" pitchFamily="18" charset="0"/>
                <a:ea typeface="Cambria" panose="02040503050406030204" pitchFamily="18" charset="0"/>
              </a:rPr>
              <a:t>Example</a:t>
            </a:r>
          </a:p>
          <a:p>
            <a:r>
              <a:rPr lang="en-US" sz="2000" dirty="0">
                <a:latin typeface="Cambria" panose="02040503050406030204" pitchFamily="18" charset="0"/>
                <a:ea typeface="Cambria" panose="02040503050406030204" pitchFamily="18" charset="0"/>
              </a:rPr>
              <a:t>In this example we have grouped the selectors from the code above: </a:t>
            </a:r>
          </a:p>
          <a:p>
            <a:r>
              <a:rPr lang="en-US" sz="2000" dirty="0">
                <a:solidFill>
                  <a:schemeClr val="bg2">
                    <a:lumMod val="50000"/>
                  </a:schemeClr>
                </a:solidFill>
                <a:latin typeface="Cambria" panose="02040503050406030204" pitchFamily="18" charset="0"/>
                <a:ea typeface="Cambria" panose="02040503050406030204" pitchFamily="18" charset="0"/>
              </a:rPr>
              <a:t>h1, h2, p </a:t>
            </a:r>
            <a:r>
              <a:rPr lang="en-US" sz="2000" dirty="0">
                <a:latin typeface="Cambria" panose="02040503050406030204" pitchFamily="18" charset="0"/>
                <a:ea typeface="Cambria" panose="02040503050406030204" pitchFamily="18" charset="0"/>
              </a:rPr>
              <a:t>{</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text-align: center;</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  color: red;</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a:t>
            </a:r>
          </a:p>
          <a:p>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17061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Inserting CSS</a:t>
            </a:r>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192540"/>
            <a:ext cx="8386441"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2800" dirty="0">
                <a:latin typeface="Cambria" panose="02040503050406030204" pitchFamily="18" charset="0"/>
                <a:ea typeface="Cambria" panose="02040503050406030204" pitchFamily="18" charset="0"/>
              </a:rPr>
              <a:t>There are three ways of inserting a style sheet:</a:t>
            </a:r>
          </a:p>
          <a:p>
            <a:pPr marL="285750" indent="-285750">
              <a:buFont typeface="Arial" panose="020B0604020202020204" pitchFamily="34" charset="0"/>
              <a:buChar char="•"/>
            </a:pPr>
            <a:r>
              <a:rPr lang="en-US" sz="2800" dirty="0">
                <a:solidFill>
                  <a:srgbClr val="00B050"/>
                </a:solidFill>
                <a:latin typeface="Cambria" panose="02040503050406030204" pitchFamily="18" charset="0"/>
                <a:ea typeface="Cambria" panose="02040503050406030204" pitchFamily="18" charset="0"/>
              </a:rPr>
              <a:t>External CSS (Recommend)</a:t>
            </a:r>
          </a:p>
          <a:p>
            <a:pPr marL="285750" indent="-285750">
              <a:buFont typeface="Arial" panose="020B0604020202020204" pitchFamily="34" charset="0"/>
              <a:buChar char="•"/>
            </a:pPr>
            <a:r>
              <a:rPr lang="en-US" sz="2800" dirty="0">
                <a:solidFill>
                  <a:srgbClr val="FF0000"/>
                </a:solidFill>
                <a:latin typeface="Cambria" panose="02040503050406030204" pitchFamily="18" charset="0"/>
                <a:ea typeface="Cambria" panose="02040503050406030204" pitchFamily="18" charset="0"/>
              </a:rPr>
              <a:t>Internal CSS (Not Recommend)</a:t>
            </a:r>
          </a:p>
          <a:p>
            <a:pPr marL="285750" indent="-285750">
              <a:buFont typeface="Arial" panose="020B0604020202020204" pitchFamily="34" charset="0"/>
              <a:buChar char="•"/>
            </a:pPr>
            <a:r>
              <a:rPr lang="en-US" sz="2800" dirty="0">
                <a:solidFill>
                  <a:srgbClr val="FF0000"/>
                </a:solidFill>
                <a:latin typeface="Cambria" panose="02040503050406030204" pitchFamily="18" charset="0"/>
                <a:ea typeface="Cambria" panose="02040503050406030204" pitchFamily="18" charset="0"/>
              </a:rPr>
              <a:t>Inline CSS (Not Recommend)</a:t>
            </a:r>
          </a:p>
        </p:txBody>
      </p:sp>
    </p:spTree>
    <p:extLst>
      <p:ext uri="{BB962C8B-B14F-4D97-AF65-F5344CB8AC3E}">
        <p14:creationId xmlns:p14="http://schemas.microsoft.com/office/powerpoint/2010/main" val="3599766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External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57327"/>
            <a:ext cx="7879283" cy="5324535"/>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External style sheet is an external file which can be imported to the HTML file.</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HTML page must include a reference to the external style sheet file inside the &lt;link&gt; element, inside the head section.</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External styles are defined within the &lt;link&gt; element, inside the &lt;head&gt; section of an HTML page.</a:t>
            </a:r>
          </a:p>
          <a:p>
            <a:r>
              <a:rPr lang="en-US" sz="2000" b="1" dirty="0">
                <a:latin typeface="Cambria" panose="02040503050406030204" pitchFamily="18" charset="0"/>
                <a:ea typeface="Cambria" panose="02040503050406030204" pitchFamily="18" charset="0"/>
              </a:rPr>
              <a:t>Example</a:t>
            </a:r>
          </a:p>
          <a:p>
            <a:endParaRPr lang="en-US" sz="2000"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&lt;!DOCTYPE html&gt;</a:t>
            </a:r>
          </a:p>
          <a:p>
            <a:r>
              <a:rPr lang="en-US" dirty="0">
                <a:latin typeface="Cambria" panose="02040503050406030204" pitchFamily="18" charset="0"/>
                <a:ea typeface="Cambria" panose="02040503050406030204" pitchFamily="18" charset="0"/>
              </a:rPr>
              <a:t>&lt;html&gt;</a:t>
            </a:r>
          </a:p>
          <a:p>
            <a:r>
              <a:rPr lang="en-US" dirty="0">
                <a:latin typeface="Cambria" panose="02040503050406030204" pitchFamily="18" charset="0"/>
                <a:ea typeface="Cambria" panose="02040503050406030204" pitchFamily="18" charset="0"/>
              </a:rPr>
              <a:t>&lt;head&gt;</a:t>
            </a:r>
          </a:p>
          <a:p>
            <a:r>
              <a:rPr lang="en-US" dirty="0">
                <a:solidFill>
                  <a:srgbClr val="FF0000"/>
                </a:solidFill>
                <a:latin typeface="Cambria" panose="02040503050406030204" pitchFamily="18" charset="0"/>
                <a:ea typeface="Cambria" panose="02040503050406030204" pitchFamily="18" charset="0"/>
              </a:rPr>
              <a:t>&lt;link </a:t>
            </a:r>
            <a:r>
              <a:rPr lang="en-US" dirty="0" err="1">
                <a:solidFill>
                  <a:srgbClr val="FF0000"/>
                </a:solidFill>
                <a:latin typeface="Cambria" panose="02040503050406030204" pitchFamily="18" charset="0"/>
                <a:ea typeface="Cambria" panose="02040503050406030204" pitchFamily="18" charset="0"/>
              </a:rPr>
              <a:t>rel</a:t>
            </a:r>
            <a:r>
              <a:rPr lang="en-US" dirty="0">
                <a:solidFill>
                  <a:srgbClr val="FF0000"/>
                </a:solidFill>
                <a:latin typeface="Cambria" panose="02040503050406030204" pitchFamily="18" charset="0"/>
                <a:ea typeface="Cambria" panose="02040503050406030204" pitchFamily="18" charset="0"/>
              </a:rPr>
              <a:t>="stylesheet" type="text/</a:t>
            </a:r>
            <a:r>
              <a:rPr lang="en-US" dirty="0" err="1">
                <a:solidFill>
                  <a:srgbClr val="FF0000"/>
                </a:solidFill>
                <a:latin typeface="Cambria" panose="02040503050406030204" pitchFamily="18" charset="0"/>
                <a:ea typeface="Cambria" panose="02040503050406030204" pitchFamily="18" charset="0"/>
              </a:rPr>
              <a:t>css</a:t>
            </a:r>
            <a:r>
              <a:rPr lang="en-US" dirty="0">
                <a:solidFill>
                  <a:srgbClr val="FF0000"/>
                </a:solidFill>
                <a:latin typeface="Cambria" panose="02040503050406030204" pitchFamily="18" charset="0"/>
                <a:ea typeface="Cambria" panose="02040503050406030204" pitchFamily="18" charset="0"/>
              </a:rPr>
              <a:t>" href="mystyle.css"&gt;</a:t>
            </a:r>
          </a:p>
          <a:p>
            <a:r>
              <a:rPr lang="en-US" dirty="0">
                <a:latin typeface="Cambria" panose="02040503050406030204" pitchFamily="18" charset="0"/>
                <a:ea typeface="Cambria" panose="02040503050406030204" pitchFamily="18" charset="0"/>
              </a:rPr>
              <a:t>&lt;/head&gt;</a:t>
            </a:r>
          </a:p>
          <a:p>
            <a:r>
              <a:rPr lang="en-US" dirty="0">
                <a:latin typeface="Cambria" panose="02040503050406030204" pitchFamily="18" charset="0"/>
                <a:ea typeface="Cambria" panose="02040503050406030204" pitchFamily="18" charset="0"/>
              </a:rPr>
              <a:t>&lt;body&gt;</a:t>
            </a:r>
          </a:p>
          <a:p>
            <a:r>
              <a:rPr lang="en-US" dirty="0">
                <a:latin typeface="Cambria" panose="02040503050406030204" pitchFamily="18" charset="0"/>
                <a:ea typeface="Cambria" panose="02040503050406030204" pitchFamily="18" charset="0"/>
              </a:rPr>
              <a:t>&lt;h1&gt;This is a heading&lt;/h1&gt;</a:t>
            </a:r>
          </a:p>
          <a:p>
            <a:r>
              <a:rPr lang="en-US" dirty="0">
                <a:latin typeface="Cambria" panose="02040503050406030204" pitchFamily="18" charset="0"/>
                <a:ea typeface="Cambria" panose="02040503050406030204" pitchFamily="18" charset="0"/>
              </a:rPr>
              <a:t>&lt;p&gt;This is a paragraph.&lt;/p&gt;</a:t>
            </a:r>
          </a:p>
          <a:p>
            <a:r>
              <a:rPr lang="en-US" dirty="0">
                <a:latin typeface="Cambria" panose="02040503050406030204" pitchFamily="18" charset="0"/>
                <a:ea typeface="Cambria" panose="02040503050406030204" pitchFamily="18" charset="0"/>
              </a:rPr>
              <a:t>&lt;/body&gt;</a:t>
            </a:r>
          </a:p>
          <a:p>
            <a:r>
              <a:rPr lang="en-US" dirty="0">
                <a:latin typeface="Cambria" panose="02040503050406030204" pitchFamily="18" charset="0"/>
                <a:ea typeface="Cambria" panose="02040503050406030204" pitchFamily="18" charset="0"/>
              </a:rPr>
              <a:t>&lt;/html&gt;</a:t>
            </a:r>
          </a:p>
        </p:txBody>
      </p:sp>
    </p:spTree>
    <p:extLst>
      <p:ext uri="{BB962C8B-B14F-4D97-AF65-F5344CB8AC3E}">
        <p14:creationId xmlns:p14="http://schemas.microsoft.com/office/powerpoint/2010/main" val="3749249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latin typeface="Cambria" panose="02040503050406030204" pitchFamily="18" charset="0"/>
                <a:ea typeface="Cambria" panose="02040503050406030204" pitchFamily="18" charset="0"/>
              </a:rPr>
              <a:t>External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257327"/>
            <a:ext cx="7879283" cy="4431983"/>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An external style sheet can be written with a .</a:t>
            </a:r>
            <a:r>
              <a:rPr lang="en-US" sz="2400" dirty="0" err="1">
                <a:latin typeface="Cambria" panose="02040503050406030204" pitchFamily="18" charset="0"/>
                <a:ea typeface="Cambria" panose="02040503050406030204" pitchFamily="18" charset="0"/>
              </a:rPr>
              <a:t>css</a:t>
            </a:r>
            <a:r>
              <a:rPr lang="en-US" sz="2400" dirty="0">
                <a:latin typeface="Cambria" panose="02040503050406030204" pitchFamily="18" charset="0"/>
                <a:ea typeface="Cambria" panose="02040503050406030204" pitchFamily="18" charset="0"/>
              </a:rPr>
              <a:t> extension.</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The external .</a:t>
            </a:r>
            <a:r>
              <a:rPr lang="en-US" sz="2400" dirty="0" err="1">
                <a:latin typeface="Cambria" panose="02040503050406030204" pitchFamily="18" charset="0"/>
                <a:ea typeface="Cambria" panose="02040503050406030204" pitchFamily="18" charset="0"/>
              </a:rPr>
              <a:t>css</a:t>
            </a:r>
            <a:r>
              <a:rPr lang="en-US" sz="2400" dirty="0">
                <a:latin typeface="Cambria" panose="02040503050406030204" pitchFamily="18" charset="0"/>
                <a:ea typeface="Cambria" panose="02040503050406030204" pitchFamily="18" charset="0"/>
              </a:rPr>
              <a:t> file should not contain any HTML tags.</a:t>
            </a:r>
          </a:p>
          <a:p>
            <a:endParaRPr lang="en-US" dirty="0">
              <a:latin typeface="Cambria" panose="02040503050406030204" pitchFamily="18" charset="0"/>
              <a:ea typeface="Cambria" panose="02040503050406030204" pitchFamily="18" charset="0"/>
            </a:endParaRPr>
          </a:p>
          <a:p>
            <a:r>
              <a:rPr lang="en-US" sz="2400" b="1" dirty="0">
                <a:latin typeface="Cambria" panose="02040503050406030204" pitchFamily="18" charset="0"/>
                <a:ea typeface="Cambria" panose="02040503050406030204" pitchFamily="18" charset="0"/>
              </a:rPr>
              <a:t>"</a:t>
            </a:r>
            <a:r>
              <a:rPr lang="en-US" sz="2400" b="1" dirty="0">
                <a:solidFill>
                  <a:schemeClr val="bg2">
                    <a:lumMod val="50000"/>
                  </a:schemeClr>
                </a:solidFill>
                <a:latin typeface="Cambria" panose="02040503050406030204" pitchFamily="18" charset="0"/>
                <a:ea typeface="Cambria" panose="02040503050406030204" pitchFamily="18" charset="0"/>
              </a:rPr>
              <a:t>mystyle.css</a:t>
            </a:r>
            <a:r>
              <a:rPr lang="en-US" sz="2400" b="1" dirty="0">
                <a:latin typeface="Cambria" panose="02040503050406030204" pitchFamily="18" charset="0"/>
                <a:ea typeface="Cambria" panose="02040503050406030204" pitchFamily="18" charset="0"/>
              </a:rPr>
              <a:t>“</a:t>
            </a:r>
          </a:p>
          <a:p>
            <a:endParaRPr lang="en-US" sz="2400" b="1"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body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background-color: </a:t>
            </a:r>
            <a:r>
              <a:rPr lang="en-US" dirty="0" err="1">
                <a:latin typeface="Cambria" panose="02040503050406030204" pitchFamily="18" charset="0"/>
                <a:ea typeface="Cambria" panose="02040503050406030204" pitchFamily="18" charset="0"/>
              </a:rPr>
              <a:t>lightblue</a:t>
            </a:r>
            <a:r>
              <a:rPr lang="en-US" dirty="0">
                <a:latin typeface="Cambria" panose="02040503050406030204" pitchFamily="18" charset="0"/>
                <a:ea typeface="Cambria" panose="02040503050406030204" pitchFamily="18" charset="0"/>
              </a:rPr>
              <a:t>;</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a:t>
            </a:r>
            <a:br>
              <a:rPr lang="en-US" dirty="0">
                <a:latin typeface="Cambria" panose="02040503050406030204" pitchFamily="18" charset="0"/>
                <a:ea typeface="Cambria" panose="02040503050406030204" pitchFamily="18" charset="0"/>
              </a:rPr>
            </a:b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h1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color: navy;</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margin-left: 20px;</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1393705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Internal CSS</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088514"/>
            <a:ext cx="7879283" cy="6247864"/>
          </a:xfrm>
          <a:prstGeom prst="rect">
            <a:avLst/>
          </a:prstGeom>
          <a:noFill/>
        </p:spPr>
        <p:txBody>
          <a:bodyPr wrap="square" rtlCol="0">
            <a:spAutoFit/>
          </a:bodyPr>
          <a:lstStyle/>
          <a:p>
            <a:pPr marL="342900" indent="-342900">
              <a:buFont typeface="Arial" panose="020B0604020202020204" pitchFamily="34" charset="0"/>
              <a:buChar char="•"/>
            </a:pPr>
            <a:r>
              <a:rPr lang="en-US" sz="2000" dirty="0"/>
              <a:t>An internal style sheet may be used if one single HTML page has a unique style.</a:t>
            </a:r>
          </a:p>
          <a:p>
            <a:pPr marL="342900" indent="-342900">
              <a:buFont typeface="Arial" panose="020B0604020202020204" pitchFamily="34" charset="0"/>
              <a:buChar char="•"/>
            </a:pPr>
            <a:r>
              <a:rPr lang="en-US" sz="2000" dirty="0"/>
              <a:t>The internal style is defined inside the &lt;style&gt; element, inside the head section.</a:t>
            </a:r>
          </a:p>
          <a:p>
            <a:r>
              <a:rPr lang="en-US" sz="2000" b="1" dirty="0"/>
              <a:t>Example</a:t>
            </a:r>
          </a:p>
          <a:p>
            <a:endParaRPr lang="en-US" sz="2000" b="1" dirty="0"/>
          </a:p>
          <a:p>
            <a:r>
              <a:rPr lang="en-US" sz="1400" dirty="0"/>
              <a:t>&lt;!DOCTYPE html&gt;</a:t>
            </a:r>
            <a:br>
              <a:rPr lang="en-US" sz="1400" dirty="0"/>
            </a:br>
            <a:r>
              <a:rPr lang="en-US" sz="1400" dirty="0"/>
              <a:t>&lt;html&gt;</a:t>
            </a:r>
            <a:br>
              <a:rPr lang="en-US" sz="1400" dirty="0"/>
            </a:br>
            <a:r>
              <a:rPr lang="en-US" sz="1400" dirty="0"/>
              <a:t>&lt;head&gt;</a:t>
            </a:r>
            <a:br>
              <a:rPr lang="en-US" sz="1400" dirty="0"/>
            </a:br>
            <a:r>
              <a:rPr lang="en-US" sz="1400" dirty="0">
                <a:solidFill>
                  <a:schemeClr val="bg2">
                    <a:lumMod val="50000"/>
                  </a:schemeClr>
                </a:solidFill>
              </a:rPr>
              <a:t>&lt;style&gt;</a:t>
            </a:r>
            <a:br>
              <a:rPr lang="en-US" sz="1400" dirty="0">
                <a:solidFill>
                  <a:schemeClr val="bg2">
                    <a:lumMod val="50000"/>
                  </a:schemeClr>
                </a:solidFill>
              </a:rPr>
            </a:br>
            <a:r>
              <a:rPr lang="en-US" sz="1400" dirty="0">
                <a:solidFill>
                  <a:schemeClr val="bg2">
                    <a:lumMod val="50000"/>
                  </a:schemeClr>
                </a:solidFill>
              </a:rPr>
              <a:t>body {</a:t>
            </a:r>
            <a:br>
              <a:rPr lang="en-US" sz="1400" dirty="0">
                <a:solidFill>
                  <a:schemeClr val="bg2">
                    <a:lumMod val="50000"/>
                  </a:schemeClr>
                </a:solidFill>
              </a:rPr>
            </a:br>
            <a:r>
              <a:rPr lang="en-US" sz="1400" dirty="0">
                <a:solidFill>
                  <a:schemeClr val="bg2">
                    <a:lumMod val="50000"/>
                  </a:schemeClr>
                </a:solidFill>
              </a:rPr>
              <a:t>  background-color: linen;</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h1 {</a:t>
            </a:r>
            <a:br>
              <a:rPr lang="en-US" sz="1400" dirty="0">
                <a:solidFill>
                  <a:schemeClr val="bg2">
                    <a:lumMod val="50000"/>
                  </a:schemeClr>
                </a:solidFill>
              </a:rPr>
            </a:br>
            <a:r>
              <a:rPr lang="en-US" sz="1400" dirty="0">
                <a:solidFill>
                  <a:schemeClr val="bg2">
                    <a:lumMod val="50000"/>
                  </a:schemeClr>
                </a:solidFill>
              </a:rPr>
              <a:t>  color: maroon;</a:t>
            </a:r>
            <a:br>
              <a:rPr lang="en-US" sz="1400" dirty="0">
                <a:solidFill>
                  <a:schemeClr val="bg2">
                    <a:lumMod val="50000"/>
                  </a:schemeClr>
                </a:solidFill>
              </a:rPr>
            </a:br>
            <a:r>
              <a:rPr lang="en-US" sz="1400" dirty="0">
                <a:solidFill>
                  <a:schemeClr val="bg2">
                    <a:lumMod val="50000"/>
                  </a:schemeClr>
                </a:solidFill>
              </a:rPr>
              <a:t>  margin-left: 40px;</a:t>
            </a:r>
            <a:br>
              <a:rPr lang="en-US" sz="1400" dirty="0">
                <a:solidFill>
                  <a:schemeClr val="bg2">
                    <a:lumMod val="50000"/>
                  </a:schemeClr>
                </a:solidFill>
              </a:rPr>
            </a:br>
            <a:r>
              <a:rPr lang="en-US" sz="1400" dirty="0">
                <a:solidFill>
                  <a:schemeClr val="bg2">
                    <a:lumMod val="50000"/>
                  </a:schemeClr>
                </a:solidFill>
              </a:rPr>
              <a:t>}</a:t>
            </a:r>
            <a:br>
              <a:rPr lang="en-US" sz="1400" dirty="0">
                <a:solidFill>
                  <a:schemeClr val="bg2">
                    <a:lumMod val="50000"/>
                  </a:schemeClr>
                </a:solidFill>
              </a:rPr>
            </a:br>
            <a:r>
              <a:rPr lang="en-US" sz="1400" dirty="0">
                <a:solidFill>
                  <a:schemeClr val="bg2">
                    <a:lumMod val="50000"/>
                  </a:schemeClr>
                </a:solidFill>
              </a:rPr>
              <a:t>&lt;/style&gt;</a:t>
            </a:r>
            <a:br>
              <a:rPr lang="en-US" sz="1400" dirty="0"/>
            </a:br>
            <a:r>
              <a:rPr lang="en-US" sz="1400" dirty="0"/>
              <a:t>&lt;/head&gt;</a:t>
            </a:r>
            <a:br>
              <a:rPr lang="en-US" sz="1400" dirty="0"/>
            </a:br>
            <a:r>
              <a:rPr lang="en-US" sz="1400" dirty="0"/>
              <a:t>&lt;body&gt;</a:t>
            </a:r>
            <a:br>
              <a:rPr lang="en-US" sz="1400" dirty="0"/>
            </a:br>
            <a:r>
              <a:rPr lang="en-US" sz="1400" dirty="0"/>
              <a:t>&lt;h1&gt;This is a heading&lt;/h1&gt;</a:t>
            </a:r>
            <a:br>
              <a:rPr lang="en-US" sz="1400" dirty="0"/>
            </a:br>
            <a:r>
              <a:rPr lang="en-US" sz="1400" dirty="0"/>
              <a:t>&lt;p&gt;This is a paragraph.&lt;/p&gt;</a:t>
            </a:r>
            <a:br>
              <a:rPr lang="en-US" sz="1400" dirty="0"/>
            </a:br>
            <a:r>
              <a:rPr lang="en-US" sz="1400" dirty="0"/>
              <a:t>&lt;/body&gt;</a:t>
            </a:r>
            <a:br>
              <a:rPr lang="en-US" sz="1400" dirty="0"/>
            </a:br>
            <a:r>
              <a:rPr lang="en-US" sz="1400" dirty="0"/>
              <a:t>&lt;/html&gt;</a:t>
            </a:r>
          </a:p>
          <a:p>
            <a:endParaRPr lang="en-US" sz="1400" dirty="0"/>
          </a:p>
        </p:txBody>
      </p:sp>
    </p:spTree>
    <p:extLst>
      <p:ext uri="{BB962C8B-B14F-4D97-AF65-F5344CB8AC3E}">
        <p14:creationId xmlns:p14="http://schemas.microsoft.com/office/powerpoint/2010/main" val="540374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CSS Grouping Selector</a:t>
            </a: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5016758"/>
          </a:xfrm>
          <a:prstGeom prst="rect">
            <a:avLst/>
          </a:prstGeom>
          <a:noFill/>
        </p:spPr>
        <p:txBody>
          <a:bodyPr wrap="square" rtlCol="0">
            <a:spAutoFit/>
          </a:bodyPr>
          <a:lstStyle/>
          <a:p>
            <a:pPr marL="342900" indent="-342900">
              <a:buFont typeface="Arial" panose="020B0604020202020204" pitchFamily="34" charset="0"/>
              <a:buChar char="•"/>
            </a:pPr>
            <a:r>
              <a:rPr lang="en-US" sz="2000" dirty="0"/>
              <a:t>Inline style may be used to apply a unique style for a single element.</a:t>
            </a:r>
          </a:p>
          <a:p>
            <a:pPr marL="342900" indent="-342900">
              <a:buFont typeface="Arial" panose="020B0604020202020204" pitchFamily="34" charset="0"/>
              <a:buChar char="•"/>
            </a:pPr>
            <a:r>
              <a:rPr lang="en-US" sz="2000" dirty="0"/>
              <a:t>To use inline styles, the </a:t>
            </a:r>
            <a:r>
              <a:rPr lang="en-US" sz="2000" dirty="0">
                <a:solidFill>
                  <a:schemeClr val="bg2">
                    <a:lumMod val="50000"/>
                  </a:schemeClr>
                </a:solidFill>
              </a:rPr>
              <a:t>style</a:t>
            </a:r>
            <a:r>
              <a:rPr lang="en-US" sz="2000" dirty="0"/>
              <a:t> attribute to the relevant element needs to be added. </a:t>
            </a:r>
          </a:p>
          <a:p>
            <a:pPr marL="342900" indent="-342900">
              <a:buFont typeface="Arial" panose="020B0604020202020204" pitchFamily="34" charset="0"/>
              <a:buChar char="•"/>
            </a:pPr>
            <a:r>
              <a:rPr lang="en-US" sz="2000" dirty="0"/>
              <a:t>The </a:t>
            </a:r>
            <a:r>
              <a:rPr lang="en-US" sz="2000" dirty="0">
                <a:solidFill>
                  <a:schemeClr val="bg2">
                    <a:lumMod val="50000"/>
                  </a:schemeClr>
                </a:solidFill>
              </a:rPr>
              <a:t>style</a:t>
            </a:r>
            <a:r>
              <a:rPr lang="en-US" sz="2000" dirty="0"/>
              <a:t> attribute can contain any </a:t>
            </a:r>
            <a:r>
              <a:rPr lang="en-US" sz="2000" dirty="0">
                <a:solidFill>
                  <a:schemeClr val="bg2">
                    <a:lumMod val="50000"/>
                  </a:schemeClr>
                </a:solidFill>
              </a:rPr>
              <a:t>CSS property</a:t>
            </a:r>
            <a:r>
              <a:rPr lang="en-US" sz="2000" dirty="0"/>
              <a:t>.</a:t>
            </a:r>
          </a:p>
          <a:p>
            <a:endParaRPr lang="en-US" sz="2000" dirty="0"/>
          </a:p>
          <a:p>
            <a:r>
              <a:rPr lang="en-US" sz="2000" b="1" dirty="0"/>
              <a:t>Example</a:t>
            </a:r>
          </a:p>
          <a:p>
            <a:r>
              <a:rPr lang="en-US" dirty="0"/>
              <a:t>&lt;!DOCTYPE html&gt;</a:t>
            </a:r>
            <a:br>
              <a:rPr lang="en-US" dirty="0"/>
            </a:br>
            <a:r>
              <a:rPr lang="en-US" dirty="0"/>
              <a:t>&lt;html&gt;</a:t>
            </a:r>
            <a:br>
              <a:rPr lang="en-US" dirty="0"/>
            </a:br>
            <a:r>
              <a:rPr lang="en-US" dirty="0"/>
              <a:t>&lt;body&gt;</a:t>
            </a:r>
            <a:br>
              <a:rPr lang="en-US" dirty="0"/>
            </a:br>
            <a:br>
              <a:rPr lang="en-US" dirty="0"/>
            </a:br>
            <a:r>
              <a:rPr lang="en-US" dirty="0"/>
              <a:t>&lt;h1 </a:t>
            </a:r>
            <a:r>
              <a:rPr lang="en-US" dirty="0">
                <a:solidFill>
                  <a:schemeClr val="bg2">
                    <a:lumMod val="50000"/>
                  </a:schemeClr>
                </a:solidFill>
              </a:rPr>
              <a:t>style="</a:t>
            </a:r>
            <a:r>
              <a:rPr lang="en-US" dirty="0" err="1">
                <a:solidFill>
                  <a:schemeClr val="bg2">
                    <a:lumMod val="50000"/>
                  </a:schemeClr>
                </a:solidFill>
              </a:rPr>
              <a:t>color:blue;text-align:center</a:t>
            </a:r>
            <a:r>
              <a:rPr lang="en-US" dirty="0">
                <a:solidFill>
                  <a:schemeClr val="bg2">
                    <a:lumMod val="50000"/>
                  </a:schemeClr>
                </a:solidFill>
              </a:rPr>
              <a:t>;"</a:t>
            </a:r>
            <a:r>
              <a:rPr lang="en-US" dirty="0"/>
              <a:t>&gt;This is a heading&lt;/h1&gt;</a:t>
            </a:r>
            <a:br>
              <a:rPr lang="en-US" dirty="0"/>
            </a:br>
            <a:r>
              <a:rPr lang="en-US" dirty="0"/>
              <a:t>&lt;p </a:t>
            </a:r>
            <a:r>
              <a:rPr lang="en-US" dirty="0">
                <a:solidFill>
                  <a:schemeClr val="bg2">
                    <a:lumMod val="50000"/>
                  </a:schemeClr>
                </a:solidFill>
              </a:rPr>
              <a:t>style="</a:t>
            </a:r>
            <a:r>
              <a:rPr lang="en-US" dirty="0" err="1">
                <a:solidFill>
                  <a:schemeClr val="bg2">
                    <a:lumMod val="50000"/>
                  </a:schemeClr>
                </a:solidFill>
              </a:rPr>
              <a:t>color:red</a:t>
            </a:r>
            <a:r>
              <a:rPr lang="en-US" dirty="0">
                <a:solidFill>
                  <a:schemeClr val="bg2">
                    <a:lumMod val="50000"/>
                  </a:schemeClr>
                </a:solidFill>
              </a:rPr>
              <a:t>;"</a:t>
            </a:r>
            <a:r>
              <a:rPr lang="en-US" dirty="0"/>
              <a:t>&gt;This is a paragraph.&lt;/p&gt;</a:t>
            </a:r>
            <a:br>
              <a:rPr lang="en-US" dirty="0"/>
            </a:br>
            <a:br>
              <a:rPr lang="en-US" dirty="0"/>
            </a:br>
            <a:r>
              <a:rPr lang="en-US" dirty="0"/>
              <a:t>&lt;/body&gt;</a:t>
            </a:r>
            <a:br>
              <a:rPr lang="en-US" dirty="0"/>
            </a:br>
            <a:r>
              <a:rPr lang="en-US" dirty="0"/>
              <a:t>&lt;/html&gt;</a:t>
            </a:r>
          </a:p>
          <a:p>
            <a:br>
              <a:rPr lang="en-US" dirty="0"/>
            </a:br>
            <a:endParaRPr lang="en-US" sz="2000" dirty="0"/>
          </a:p>
        </p:txBody>
      </p:sp>
    </p:spTree>
    <p:extLst>
      <p:ext uri="{BB962C8B-B14F-4D97-AF65-F5344CB8AC3E}">
        <p14:creationId xmlns:p14="http://schemas.microsoft.com/office/powerpoint/2010/main" val="647837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CSS Box Model</a:t>
            </a:r>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421341" y="2113354"/>
            <a:ext cx="838644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The CSS box model is essentially a box that wraps around every HTML element.</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It consists of: margins, borders, padding, and the actual content. </a:t>
            </a:r>
          </a:p>
        </p:txBody>
      </p:sp>
      <p:pic>
        <p:nvPicPr>
          <p:cNvPr id="4" name="Picture 3">
            <a:extLst>
              <a:ext uri="{FF2B5EF4-FFF2-40B4-BE49-F238E27FC236}">
                <a16:creationId xmlns:a16="http://schemas.microsoft.com/office/drawing/2014/main" id="{9B218E99-670E-4061-AD80-461F9E96E188}"/>
              </a:ext>
            </a:extLst>
          </p:cNvPr>
          <p:cNvPicPr>
            <a:picLocks noChangeAspect="1"/>
          </p:cNvPicPr>
          <p:nvPr/>
        </p:nvPicPr>
        <p:blipFill>
          <a:blip r:embed="rId2"/>
          <a:stretch>
            <a:fillRect/>
          </a:stretch>
        </p:blipFill>
        <p:spPr>
          <a:xfrm>
            <a:off x="1266129" y="3060110"/>
            <a:ext cx="6611742" cy="3021455"/>
          </a:xfrm>
          <a:prstGeom prst="rect">
            <a:avLst/>
          </a:prstGeom>
        </p:spPr>
      </p:pic>
    </p:spTree>
    <p:extLst>
      <p:ext uri="{BB962C8B-B14F-4D97-AF65-F5344CB8AC3E}">
        <p14:creationId xmlns:p14="http://schemas.microsoft.com/office/powerpoint/2010/main" val="2873804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latin typeface="Cambria" panose="02040503050406030204" pitchFamily="18" charset="0"/>
                <a:ea typeface="Cambria" panose="02040503050406030204" pitchFamily="18" charset="0"/>
              </a:rPr>
              <a:t>CSS Box Model</a:t>
            </a:r>
            <a:endParaRPr lang="en-US" sz="2600" b="1" dirty="0">
              <a:solidFill>
                <a:schemeClr val="tx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4524315"/>
          </a:xfrm>
          <a:prstGeom prst="rect">
            <a:avLst/>
          </a:prstGeom>
          <a:noFill/>
        </p:spPr>
        <p:txBody>
          <a:bodyPr wrap="square" rtlCol="0">
            <a:spAutoFit/>
          </a:bodyPr>
          <a:lstStyle/>
          <a:p>
            <a:r>
              <a:rPr lang="en-US" b="1" dirty="0">
                <a:latin typeface="Cambria" panose="02040503050406030204" pitchFamily="18" charset="0"/>
                <a:ea typeface="Cambria" panose="02040503050406030204" pitchFamily="18" charset="0"/>
              </a:rPr>
              <a:t>Content</a:t>
            </a:r>
            <a:r>
              <a:rPr lang="en-US" dirty="0">
                <a:latin typeface="Cambria" panose="02040503050406030204" pitchFamily="18" charset="0"/>
                <a:ea typeface="Cambria" panose="02040503050406030204" pitchFamily="18" charset="0"/>
              </a:rPr>
              <a:t> - The content of the box, where text and images appear</a:t>
            </a:r>
          </a:p>
          <a:p>
            <a:r>
              <a:rPr lang="en-US" b="1" dirty="0">
                <a:latin typeface="Cambria" panose="02040503050406030204" pitchFamily="18" charset="0"/>
                <a:ea typeface="Cambria" panose="02040503050406030204" pitchFamily="18" charset="0"/>
              </a:rPr>
              <a:t>Padding</a:t>
            </a:r>
            <a:r>
              <a:rPr lang="en-US" dirty="0">
                <a:latin typeface="Cambria" panose="02040503050406030204" pitchFamily="18" charset="0"/>
                <a:ea typeface="Cambria" panose="02040503050406030204" pitchFamily="18" charset="0"/>
              </a:rPr>
              <a:t> - Clears an area around the content. The padding is transparent</a:t>
            </a:r>
          </a:p>
          <a:p>
            <a:r>
              <a:rPr lang="en-US" b="1" dirty="0">
                <a:latin typeface="Cambria" panose="02040503050406030204" pitchFamily="18" charset="0"/>
                <a:ea typeface="Cambria" panose="02040503050406030204" pitchFamily="18" charset="0"/>
              </a:rPr>
              <a:t>Border</a:t>
            </a:r>
            <a:r>
              <a:rPr lang="en-US" dirty="0">
                <a:latin typeface="Cambria" panose="02040503050406030204" pitchFamily="18" charset="0"/>
                <a:ea typeface="Cambria" panose="02040503050406030204" pitchFamily="18" charset="0"/>
              </a:rPr>
              <a:t> - A border that goes around the padding and content</a:t>
            </a:r>
          </a:p>
          <a:p>
            <a:r>
              <a:rPr lang="en-US" b="1" dirty="0">
                <a:latin typeface="Cambria" panose="02040503050406030204" pitchFamily="18" charset="0"/>
                <a:ea typeface="Cambria" panose="02040503050406030204" pitchFamily="18" charset="0"/>
              </a:rPr>
              <a:t>Margin</a:t>
            </a:r>
            <a:r>
              <a:rPr lang="en-US" dirty="0">
                <a:latin typeface="Cambria" panose="02040503050406030204" pitchFamily="18" charset="0"/>
                <a:ea typeface="Cambria" panose="02040503050406030204" pitchFamily="18" charset="0"/>
              </a:rPr>
              <a:t> - Clears an area outside the border. The margin is transparent</a:t>
            </a:r>
          </a:p>
          <a:p>
            <a:endParaRPr lang="en-US" dirty="0">
              <a:latin typeface="Cambria" panose="02040503050406030204" pitchFamily="18" charset="0"/>
              <a:ea typeface="Cambria" panose="02040503050406030204" pitchFamily="18" charset="0"/>
            </a:endParaRPr>
          </a:p>
          <a:p>
            <a:r>
              <a:rPr lang="en-US" dirty="0">
                <a:solidFill>
                  <a:schemeClr val="bg2">
                    <a:lumMod val="50000"/>
                  </a:schemeClr>
                </a:solidFill>
                <a:latin typeface="Cambria" panose="02040503050406030204" pitchFamily="18" charset="0"/>
                <a:ea typeface="Cambria" panose="02040503050406030204" pitchFamily="18" charset="0"/>
              </a:rPr>
              <a:t>div</a:t>
            </a:r>
            <a:r>
              <a:rPr lang="en-US" dirty="0">
                <a:latin typeface="Cambria" panose="02040503050406030204" pitchFamily="18" charset="0"/>
                <a:ea typeface="Cambria" panose="02040503050406030204" pitchFamily="18" charset="0"/>
              </a:rPr>
              <a:t> {</a:t>
            </a:r>
          </a:p>
          <a:p>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width</a:t>
            </a:r>
            <a:r>
              <a:rPr lang="en-US" dirty="0">
                <a:latin typeface="Cambria" panose="02040503050406030204" pitchFamily="18" charset="0"/>
                <a:ea typeface="Cambria" panose="02040503050406030204" pitchFamily="18" charset="0"/>
              </a:rPr>
              <a:t>: 320px;</a:t>
            </a:r>
          </a:p>
          <a:p>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padding</a:t>
            </a:r>
            <a:r>
              <a:rPr lang="en-US" dirty="0">
                <a:latin typeface="Cambria" panose="02040503050406030204" pitchFamily="18" charset="0"/>
                <a:ea typeface="Cambria" panose="02040503050406030204" pitchFamily="18" charset="0"/>
              </a:rPr>
              <a:t>: 10px;</a:t>
            </a:r>
          </a:p>
          <a:p>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border</a:t>
            </a:r>
            <a:r>
              <a:rPr lang="en-US" dirty="0">
                <a:latin typeface="Cambria" panose="02040503050406030204" pitchFamily="18" charset="0"/>
                <a:ea typeface="Cambria" panose="02040503050406030204" pitchFamily="18" charset="0"/>
              </a:rPr>
              <a:t>: 5px solid gray;</a:t>
            </a:r>
          </a:p>
          <a:p>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margin</a:t>
            </a:r>
            <a:r>
              <a:rPr lang="en-US" dirty="0">
                <a:latin typeface="Cambria" panose="02040503050406030204" pitchFamily="18" charset="0"/>
                <a:ea typeface="Cambria" panose="02040503050406030204" pitchFamily="18" charset="0"/>
              </a:rPr>
              <a:t>: 0;</a:t>
            </a:r>
          </a:p>
          <a:p>
            <a:r>
              <a:rPr lang="en-US" dirty="0">
                <a:latin typeface="Cambria" panose="02040503050406030204" pitchFamily="18" charset="0"/>
                <a:ea typeface="Cambria" panose="02040503050406030204" pitchFamily="18" charset="0"/>
              </a:rPr>
              <a:t>}</a:t>
            </a: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The </a:t>
            </a:r>
            <a:r>
              <a:rPr lang="en-US" dirty="0">
                <a:solidFill>
                  <a:schemeClr val="bg2">
                    <a:lumMod val="50000"/>
                  </a:schemeClr>
                </a:solidFill>
                <a:latin typeface="Cambria" panose="02040503050406030204" pitchFamily="18" charset="0"/>
                <a:ea typeface="Cambria" panose="02040503050406030204" pitchFamily="18" charset="0"/>
              </a:rPr>
              <a:t>&lt;div&gt; </a:t>
            </a:r>
            <a:r>
              <a:rPr lang="en-US" dirty="0">
                <a:latin typeface="Cambria" panose="02040503050406030204" pitchFamily="18" charset="0"/>
                <a:ea typeface="Cambria" panose="02040503050406030204" pitchFamily="18" charset="0"/>
              </a:rPr>
              <a:t>tag defines a division or a section in an HTML document.</a:t>
            </a:r>
          </a:p>
          <a:p>
            <a:r>
              <a:rPr lang="en-US" dirty="0">
                <a:latin typeface="Cambria" panose="02040503050406030204" pitchFamily="18" charset="0"/>
                <a:ea typeface="Cambria" panose="02040503050406030204" pitchFamily="18" charset="0"/>
              </a:rPr>
              <a:t>The </a:t>
            </a:r>
            <a:r>
              <a:rPr lang="en-US" dirty="0">
                <a:solidFill>
                  <a:schemeClr val="bg2">
                    <a:lumMod val="50000"/>
                  </a:schemeClr>
                </a:solidFill>
                <a:latin typeface="Cambria" panose="02040503050406030204" pitchFamily="18" charset="0"/>
                <a:ea typeface="Cambria" panose="02040503050406030204" pitchFamily="18" charset="0"/>
              </a:rPr>
              <a:t>&lt;div&gt; </a:t>
            </a:r>
            <a:r>
              <a:rPr lang="en-US" dirty="0">
                <a:latin typeface="Cambria" panose="02040503050406030204" pitchFamily="18" charset="0"/>
                <a:ea typeface="Cambria" panose="02040503050406030204" pitchFamily="18" charset="0"/>
              </a:rPr>
              <a:t>element is often used as a container for other HTML elements to style them with CSS or to perform certain tasks with JavaScript.</a:t>
            </a:r>
          </a:p>
        </p:txBody>
      </p:sp>
      <p:pic>
        <p:nvPicPr>
          <p:cNvPr id="5" name="Picture 4">
            <a:extLst>
              <a:ext uri="{FF2B5EF4-FFF2-40B4-BE49-F238E27FC236}">
                <a16:creationId xmlns:a16="http://schemas.microsoft.com/office/drawing/2014/main" id="{1738E781-050B-4943-9F98-A07B1E3842E4}"/>
              </a:ext>
            </a:extLst>
          </p:cNvPr>
          <p:cNvPicPr>
            <a:picLocks noChangeAspect="1"/>
          </p:cNvPicPr>
          <p:nvPr/>
        </p:nvPicPr>
        <p:blipFill>
          <a:blip r:embed="rId2"/>
          <a:stretch>
            <a:fillRect/>
          </a:stretch>
        </p:blipFill>
        <p:spPr>
          <a:xfrm>
            <a:off x="3510613" y="2856254"/>
            <a:ext cx="4757761" cy="970158"/>
          </a:xfrm>
          <a:prstGeom prst="rect">
            <a:avLst/>
          </a:prstGeom>
        </p:spPr>
      </p:pic>
    </p:spTree>
    <p:extLst>
      <p:ext uri="{BB962C8B-B14F-4D97-AF65-F5344CB8AC3E}">
        <p14:creationId xmlns:p14="http://schemas.microsoft.com/office/powerpoint/2010/main" val="3756401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latin typeface="Cambria" panose="02040503050406030204" pitchFamily="18" charset="0"/>
                <a:ea typeface="Cambria" panose="02040503050406030204" pitchFamily="18" charset="0"/>
              </a:rPr>
              <a:t>CSS Box Model</a:t>
            </a:r>
            <a:endParaRPr lang="en-US" sz="2600" b="1" dirty="0">
              <a:solidFill>
                <a:schemeClr val="tx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4247317"/>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The total width of an element should be calculated :</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320px (width)</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+ 20px (left + right padding)</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+ 10px (left + right border)</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+ 0px (left + right margin)</a:t>
            </a:r>
            <a:br>
              <a:rPr lang="en-US" dirty="0">
                <a:latin typeface="Cambria" panose="02040503050406030204" pitchFamily="18" charset="0"/>
                <a:ea typeface="Cambria" panose="02040503050406030204" pitchFamily="18" charset="0"/>
              </a:rPr>
            </a:br>
            <a:r>
              <a:rPr lang="en-US" b="1" dirty="0">
                <a:latin typeface="Cambria" panose="02040503050406030204" pitchFamily="18" charset="0"/>
                <a:ea typeface="Cambria" panose="02040503050406030204" pitchFamily="18" charset="0"/>
              </a:rPr>
              <a:t>= 350px</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Total element width = width + left padding + right padding + left border + right border + left margin + right margin</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Total element height = height + top padding + bottom padding + top border + bottom border + top margin + bottom margin</a:t>
            </a: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36765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CSS Layout and Position</a:t>
            </a:r>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378779" y="2184717"/>
            <a:ext cx="8386441" cy="3693319"/>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latin typeface="Cambria" panose="02040503050406030204" pitchFamily="18" charset="0"/>
                <a:ea typeface="Cambria" panose="02040503050406030204" pitchFamily="18" charset="0"/>
              </a:rPr>
              <a:t>The </a:t>
            </a:r>
            <a:r>
              <a:rPr lang="en-US" dirty="0">
                <a:solidFill>
                  <a:schemeClr val="bg2">
                    <a:lumMod val="50000"/>
                  </a:schemeClr>
                </a:solidFill>
                <a:latin typeface="Cambria" panose="02040503050406030204" pitchFamily="18" charset="0"/>
                <a:ea typeface="Cambria" panose="02040503050406030204" pitchFamily="18" charset="0"/>
              </a:rPr>
              <a:t>position</a:t>
            </a:r>
            <a:r>
              <a:rPr lang="en-US" dirty="0">
                <a:latin typeface="Cambria" panose="02040503050406030204" pitchFamily="18" charset="0"/>
                <a:ea typeface="Cambria" panose="02040503050406030204" pitchFamily="18" charset="0"/>
              </a:rPr>
              <a:t> property specifies the type of positioning method used for an element.</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There are five different position values:</a:t>
            </a:r>
          </a:p>
          <a:p>
            <a:r>
              <a:rPr lang="en-US" dirty="0">
                <a:solidFill>
                  <a:schemeClr val="bg2">
                    <a:lumMod val="50000"/>
                  </a:schemeClr>
                </a:solidFill>
                <a:latin typeface="Cambria" panose="02040503050406030204" pitchFamily="18" charset="0"/>
                <a:ea typeface="Cambria" panose="02040503050406030204" pitchFamily="18" charset="0"/>
              </a:rPr>
              <a:t>static</a:t>
            </a:r>
          </a:p>
          <a:p>
            <a:r>
              <a:rPr lang="en-US" dirty="0">
                <a:solidFill>
                  <a:schemeClr val="bg2">
                    <a:lumMod val="50000"/>
                  </a:schemeClr>
                </a:solidFill>
                <a:latin typeface="Cambria" panose="02040503050406030204" pitchFamily="18" charset="0"/>
                <a:ea typeface="Cambria" panose="02040503050406030204" pitchFamily="18" charset="0"/>
              </a:rPr>
              <a:t>relative</a:t>
            </a:r>
          </a:p>
          <a:p>
            <a:r>
              <a:rPr lang="en-US" dirty="0">
                <a:solidFill>
                  <a:schemeClr val="bg2">
                    <a:lumMod val="50000"/>
                  </a:schemeClr>
                </a:solidFill>
                <a:latin typeface="Cambria" panose="02040503050406030204" pitchFamily="18" charset="0"/>
                <a:ea typeface="Cambria" panose="02040503050406030204" pitchFamily="18" charset="0"/>
              </a:rPr>
              <a:t>fixed</a:t>
            </a:r>
          </a:p>
          <a:p>
            <a:r>
              <a:rPr lang="en-US" dirty="0">
                <a:solidFill>
                  <a:schemeClr val="bg2">
                    <a:lumMod val="50000"/>
                  </a:schemeClr>
                </a:solidFill>
                <a:latin typeface="Cambria" panose="02040503050406030204" pitchFamily="18" charset="0"/>
                <a:ea typeface="Cambria" panose="02040503050406030204" pitchFamily="18" charset="0"/>
              </a:rPr>
              <a:t>absolute</a:t>
            </a:r>
          </a:p>
          <a:p>
            <a:r>
              <a:rPr lang="en-US" dirty="0">
                <a:solidFill>
                  <a:schemeClr val="bg2">
                    <a:lumMod val="50000"/>
                  </a:schemeClr>
                </a:solidFill>
                <a:latin typeface="Cambria" panose="02040503050406030204" pitchFamily="18" charset="0"/>
                <a:ea typeface="Cambria" panose="02040503050406030204" pitchFamily="18" charset="0"/>
              </a:rPr>
              <a:t>Sticky</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Elements are then positioned using the top, bottom, left, and right properties. However, these properties will not work unless the position property is set first. They also work differently depending on the position value.</a:t>
            </a: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26287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latin typeface="Cambria" panose="02040503050406030204" pitchFamily="18" charset="0"/>
                <a:ea typeface="Cambria" panose="02040503050406030204" pitchFamily="18" charset="0"/>
              </a:rPr>
              <a:t>position: static;</a:t>
            </a:r>
            <a:endParaRPr lang="en-US" sz="2600" b="1" dirty="0">
              <a:solidFill>
                <a:schemeClr val="tx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6CD2EA8-B54C-CE4F-A943-BFB367453E0E}"/>
              </a:ext>
            </a:extLst>
          </p:cNvPr>
          <p:cNvSpPr txBox="1"/>
          <p:nvPr/>
        </p:nvSpPr>
        <p:spPr>
          <a:xfrm>
            <a:off x="389091" y="1121951"/>
            <a:ext cx="7879283" cy="397031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HTML elements are positioned static by default.</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Static positioned elements are not affected by the top, bottom, left, and right properties.</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An element with position: static; is not positioned in any special way;</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 it is always positioned according to the normal flow of the page:</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This &lt;div&gt; element has position: static;</a:t>
            </a:r>
          </a:p>
          <a:p>
            <a:r>
              <a:rPr lang="en-US" dirty="0">
                <a:latin typeface="Cambria" panose="02040503050406030204" pitchFamily="18" charset="0"/>
                <a:ea typeface="Cambria" panose="02040503050406030204" pitchFamily="18" charset="0"/>
              </a:rPr>
              <a:t>Here is the CSS that is used:</a:t>
            </a: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Example</a:t>
            </a:r>
          </a:p>
          <a:p>
            <a:r>
              <a:rPr lang="en-US" dirty="0" err="1">
                <a:latin typeface="Cambria" panose="02040503050406030204" pitchFamily="18" charset="0"/>
                <a:ea typeface="Cambria" panose="02040503050406030204" pitchFamily="18" charset="0"/>
              </a:rPr>
              <a:t>div.static</a:t>
            </a:r>
            <a:r>
              <a:rPr lang="en-US" dirty="0">
                <a:latin typeface="Cambria" panose="02040503050406030204" pitchFamily="18" charset="0"/>
                <a:ea typeface="Cambria" panose="02040503050406030204" pitchFamily="18" charset="0"/>
              </a:rPr>
              <a:t> {</a:t>
            </a:r>
          </a:p>
          <a:p>
            <a:r>
              <a:rPr lang="en-US" dirty="0">
                <a:latin typeface="Cambria" panose="02040503050406030204" pitchFamily="18" charset="0"/>
                <a:ea typeface="Cambria" panose="02040503050406030204" pitchFamily="18" charset="0"/>
              </a:rPr>
              <a:t>  </a:t>
            </a:r>
            <a:r>
              <a:rPr lang="en-US" dirty="0">
                <a:solidFill>
                  <a:schemeClr val="bg2">
                    <a:lumMod val="50000"/>
                  </a:schemeClr>
                </a:solidFill>
                <a:latin typeface="Cambria" panose="02040503050406030204" pitchFamily="18" charset="0"/>
                <a:ea typeface="Cambria" panose="02040503050406030204" pitchFamily="18" charset="0"/>
              </a:rPr>
              <a:t>position: static</a:t>
            </a:r>
            <a:r>
              <a:rPr lang="en-US" dirty="0">
                <a:latin typeface="Cambria" panose="02040503050406030204" pitchFamily="18" charset="0"/>
                <a:ea typeface="Cambria" panose="02040503050406030204" pitchFamily="18" charset="0"/>
              </a:rPr>
              <a:t>;</a:t>
            </a:r>
          </a:p>
          <a:p>
            <a:r>
              <a:rPr lang="en-US" dirty="0">
                <a:latin typeface="Cambria" panose="02040503050406030204" pitchFamily="18" charset="0"/>
                <a:ea typeface="Cambria" panose="02040503050406030204" pitchFamily="18" charset="0"/>
              </a:rPr>
              <a:t>  border: 3px solid #73AD21;</a:t>
            </a:r>
          </a:p>
          <a:p>
            <a:r>
              <a:rPr lang="en-US" dirty="0">
                <a:latin typeface="Cambria" panose="02040503050406030204" pitchFamily="18" charset="0"/>
                <a:ea typeface="Cambria" panose="02040503050406030204" pitchFamily="18" charset="0"/>
              </a:rPr>
              <a:t>}</a:t>
            </a:r>
          </a:p>
        </p:txBody>
      </p:sp>
      <p:pic>
        <p:nvPicPr>
          <p:cNvPr id="5" name="Picture 4">
            <a:extLst>
              <a:ext uri="{FF2B5EF4-FFF2-40B4-BE49-F238E27FC236}">
                <a16:creationId xmlns:a16="http://schemas.microsoft.com/office/drawing/2014/main" id="{8874574F-74AB-4149-85A2-B6E64C93A8FC}"/>
              </a:ext>
            </a:extLst>
          </p:cNvPr>
          <p:cNvPicPr>
            <a:picLocks noChangeAspect="1"/>
          </p:cNvPicPr>
          <p:nvPr/>
        </p:nvPicPr>
        <p:blipFill>
          <a:blip r:embed="rId2"/>
          <a:stretch>
            <a:fillRect/>
          </a:stretch>
        </p:blipFill>
        <p:spPr>
          <a:xfrm>
            <a:off x="3924154" y="5187409"/>
            <a:ext cx="4952995" cy="1097279"/>
          </a:xfrm>
          <a:prstGeom prst="rect">
            <a:avLst/>
          </a:prstGeom>
        </p:spPr>
      </p:pic>
    </p:spTree>
    <p:extLst>
      <p:ext uri="{BB962C8B-B14F-4D97-AF65-F5344CB8AC3E}">
        <p14:creationId xmlns:p14="http://schemas.microsoft.com/office/powerpoint/2010/main" val="861607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relative;</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4247317"/>
          </a:xfrm>
          <a:prstGeom prst="rect">
            <a:avLst/>
          </a:prstGeom>
        </p:spPr>
        <p:txBody>
          <a:bodyPr wrap="square">
            <a:spAutoFit/>
          </a:bodyPr>
          <a:lstStyle/>
          <a:p>
            <a:pPr marL="285750" indent="-285750">
              <a:buFont typeface="Arial" panose="020B0604020202020204" pitchFamily="34" charset="0"/>
              <a:buChar char="•"/>
            </a:pPr>
            <a:r>
              <a:rPr lang="en-US" dirty="0"/>
              <a:t>An element with position: relative; is positioned relative to its normal position.</a:t>
            </a:r>
          </a:p>
          <a:p>
            <a:pPr marL="285750" indent="-285750">
              <a:buFont typeface="Arial" panose="020B0604020202020204" pitchFamily="34" charset="0"/>
              <a:buChar char="•"/>
            </a:pPr>
            <a:r>
              <a:rPr lang="en-US" dirty="0"/>
              <a:t>Setting the top, right, bottom, and left properties of a relatively-positioned element will cause it to be adjusted away from its normal position. </a:t>
            </a:r>
          </a:p>
          <a:p>
            <a:pPr marL="285750" indent="-285750">
              <a:buFont typeface="Arial" panose="020B0604020202020204" pitchFamily="34" charset="0"/>
              <a:buChar char="•"/>
            </a:pPr>
            <a:r>
              <a:rPr lang="en-US" dirty="0"/>
              <a:t>Other content will not be adjusted to fit into any gap left by the element.</a:t>
            </a:r>
          </a:p>
          <a:p>
            <a:endParaRPr lang="en-US" dirty="0"/>
          </a:p>
          <a:p>
            <a:r>
              <a:rPr lang="en-US" dirty="0"/>
              <a:t>This &lt;div&gt; element has position: relative;</a:t>
            </a:r>
          </a:p>
          <a:p>
            <a:r>
              <a:rPr lang="en-US" dirty="0"/>
              <a:t>Here is the CSS that is used:</a:t>
            </a:r>
          </a:p>
          <a:p>
            <a:endParaRPr lang="en-US" dirty="0"/>
          </a:p>
          <a:p>
            <a:r>
              <a:rPr lang="en-US" dirty="0"/>
              <a:t>Example</a:t>
            </a:r>
          </a:p>
          <a:p>
            <a:r>
              <a:rPr lang="en-US" dirty="0" err="1"/>
              <a:t>div.relative</a:t>
            </a:r>
            <a:r>
              <a:rPr lang="en-US" dirty="0"/>
              <a:t> {</a:t>
            </a:r>
          </a:p>
          <a:p>
            <a:r>
              <a:rPr lang="en-US" dirty="0"/>
              <a:t>  </a:t>
            </a:r>
            <a:r>
              <a:rPr lang="en-US" dirty="0">
                <a:solidFill>
                  <a:schemeClr val="bg2">
                    <a:lumMod val="50000"/>
                  </a:schemeClr>
                </a:solidFill>
              </a:rPr>
              <a:t>position: relative;</a:t>
            </a:r>
          </a:p>
          <a:p>
            <a:r>
              <a:rPr lang="en-US" dirty="0"/>
              <a:t>  left: 30px;</a:t>
            </a:r>
          </a:p>
          <a:p>
            <a:r>
              <a:rPr lang="en-US" dirty="0"/>
              <a:t>  border: 3px solid #73AD21;</a:t>
            </a:r>
          </a:p>
          <a:p>
            <a:r>
              <a:rPr lang="en-US" dirty="0"/>
              <a:t>}</a:t>
            </a:r>
          </a:p>
        </p:txBody>
      </p:sp>
      <p:pic>
        <p:nvPicPr>
          <p:cNvPr id="11" name="Picture 10">
            <a:extLst>
              <a:ext uri="{FF2B5EF4-FFF2-40B4-BE49-F238E27FC236}">
                <a16:creationId xmlns:a16="http://schemas.microsoft.com/office/drawing/2014/main" id="{3EF034B1-7272-410D-B5BC-8D5612F30468}"/>
              </a:ext>
            </a:extLst>
          </p:cNvPr>
          <p:cNvPicPr>
            <a:picLocks noChangeAspect="1"/>
          </p:cNvPicPr>
          <p:nvPr/>
        </p:nvPicPr>
        <p:blipFill>
          <a:blip r:embed="rId2"/>
          <a:stretch>
            <a:fillRect/>
          </a:stretch>
        </p:blipFill>
        <p:spPr>
          <a:xfrm>
            <a:off x="3996616" y="5026744"/>
            <a:ext cx="4880097" cy="1617200"/>
          </a:xfrm>
          <a:prstGeom prst="rect">
            <a:avLst/>
          </a:prstGeom>
        </p:spPr>
      </p:pic>
    </p:spTree>
    <p:extLst>
      <p:ext uri="{BB962C8B-B14F-4D97-AF65-F5344CB8AC3E}">
        <p14:creationId xmlns:p14="http://schemas.microsoft.com/office/powerpoint/2010/main" val="2688699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latin typeface="Cambria" panose="02040503050406030204" pitchFamily="18" charset="0"/>
                <a:ea typeface="Cambria" panose="02040503050406030204" pitchFamily="18" charset="0"/>
              </a:rPr>
              <a:t>position: fixed;</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4247317"/>
          </a:xfrm>
          <a:prstGeom prst="rect">
            <a:avLst/>
          </a:prstGeom>
        </p:spPr>
        <p:txBody>
          <a:bodyPr wrap="square">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An element with position: fixed; is positioned relative to the viewport</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it always </a:t>
            </a:r>
            <a:r>
              <a:rPr lang="en-US" dirty="0">
                <a:solidFill>
                  <a:schemeClr val="bg2">
                    <a:lumMod val="50000"/>
                  </a:schemeClr>
                </a:solidFill>
                <a:latin typeface="Cambria" panose="02040503050406030204" pitchFamily="18" charset="0"/>
                <a:ea typeface="Cambria" panose="02040503050406030204" pitchFamily="18" charset="0"/>
              </a:rPr>
              <a:t>stays in the same place </a:t>
            </a:r>
            <a:r>
              <a:rPr lang="en-US" dirty="0">
                <a:latin typeface="Cambria" panose="02040503050406030204" pitchFamily="18" charset="0"/>
                <a:ea typeface="Cambria" panose="02040503050406030204" pitchFamily="18" charset="0"/>
              </a:rPr>
              <a:t>even if the page is </a:t>
            </a:r>
            <a:r>
              <a:rPr lang="en-US" dirty="0">
                <a:solidFill>
                  <a:schemeClr val="bg2">
                    <a:lumMod val="50000"/>
                  </a:schemeClr>
                </a:solidFill>
                <a:latin typeface="Cambria" panose="02040503050406030204" pitchFamily="18" charset="0"/>
                <a:ea typeface="Cambria" panose="02040503050406030204" pitchFamily="18" charset="0"/>
              </a:rPr>
              <a:t>scrolled</a:t>
            </a:r>
            <a:r>
              <a:rPr lang="en-US" dirty="0">
                <a:latin typeface="Cambria" panose="02040503050406030204" pitchFamily="18" charset="0"/>
                <a:ea typeface="Cambria" panose="02040503050406030204" pitchFamily="18" charset="0"/>
              </a:rPr>
              <a:t>. </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The top, right, bottom, and left properties are used to position the element.</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 fixed element does not leave a gap in the page where it would normally have been located.</a:t>
            </a: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r>
              <a:rPr lang="en-US" dirty="0" err="1">
                <a:latin typeface="Cambria" panose="02040503050406030204" pitchFamily="18" charset="0"/>
                <a:ea typeface="Cambria" panose="02040503050406030204" pitchFamily="18" charset="0"/>
              </a:rPr>
              <a:t>div.fixed</a:t>
            </a:r>
            <a:r>
              <a:rPr lang="en-US" dirty="0">
                <a:latin typeface="Cambria" panose="02040503050406030204" pitchFamily="18" charset="0"/>
                <a:ea typeface="Cambria" panose="02040503050406030204" pitchFamily="18" charset="0"/>
              </a:rPr>
              <a:t> {</a:t>
            </a:r>
          </a:p>
          <a:p>
            <a:r>
              <a:rPr lang="en-US" dirty="0">
                <a:solidFill>
                  <a:schemeClr val="bg2">
                    <a:lumMod val="50000"/>
                  </a:schemeClr>
                </a:solidFill>
                <a:latin typeface="Cambria" panose="02040503050406030204" pitchFamily="18" charset="0"/>
                <a:ea typeface="Cambria" panose="02040503050406030204" pitchFamily="18" charset="0"/>
              </a:rPr>
              <a:t>  position: fixed;</a:t>
            </a:r>
          </a:p>
          <a:p>
            <a:r>
              <a:rPr lang="en-US" dirty="0">
                <a:latin typeface="Cambria" panose="02040503050406030204" pitchFamily="18" charset="0"/>
                <a:ea typeface="Cambria" panose="02040503050406030204" pitchFamily="18" charset="0"/>
              </a:rPr>
              <a:t>  bottom: 0;</a:t>
            </a:r>
          </a:p>
          <a:p>
            <a:r>
              <a:rPr lang="en-US" dirty="0">
                <a:latin typeface="Cambria" panose="02040503050406030204" pitchFamily="18" charset="0"/>
                <a:ea typeface="Cambria" panose="02040503050406030204" pitchFamily="18" charset="0"/>
              </a:rPr>
              <a:t>  right: 0;</a:t>
            </a:r>
          </a:p>
          <a:p>
            <a:r>
              <a:rPr lang="en-US" dirty="0">
                <a:latin typeface="Cambria" panose="02040503050406030204" pitchFamily="18" charset="0"/>
                <a:ea typeface="Cambria" panose="02040503050406030204" pitchFamily="18" charset="0"/>
              </a:rPr>
              <a:t>  width: 300px;</a:t>
            </a:r>
          </a:p>
          <a:p>
            <a:r>
              <a:rPr lang="en-US" dirty="0">
                <a:latin typeface="Cambria" panose="02040503050406030204" pitchFamily="18" charset="0"/>
                <a:ea typeface="Cambria" panose="02040503050406030204" pitchFamily="18" charset="0"/>
              </a:rPr>
              <a:t>  border: 3px solid #73AD21;</a:t>
            </a:r>
          </a:p>
          <a:p>
            <a:r>
              <a:rPr lang="en-US"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327382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position: absolute;</a:t>
            </a: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5509200"/>
          </a:xfrm>
          <a:prstGeom prst="rect">
            <a:avLst/>
          </a:prstGeom>
        </p:spPr>
        <p:txBody>
          <a:bodyPr wrap="square">
            <a:spAutoFit/>
          </a:bodyPr>
          <a:lstStyle/>
          <a:p>
            <a:pPr marL="285750" indent="-285750">
              <a:buFont typeface="Arial" panose="020B0604020202020204" pitchFamily="34" charset="0"/>
              <a:buChar char="•"/>
            </a:pPr>
            <a:r>
              <a:rPr lang="en-US" dirty="0"/>
              <a:t>absolute is positioned relative to the nearest positioned ancestor.</a:t>
            </a:r>
          </a:p>
          <a:p>
            <a:pPr marL="285750" indent="-285750">
              <a:buFont typeface="Arial" panose="020B0604020202020204" pitchFamily="34" charset="0"/>
              <a:buChar char="•"/>
            </a:pPr>
            <a:r>
              <a:rPr lang="en-US" dirty="0"/>
              <a:t>an absolute positioned element has no positioned ancestors, it uses the document body, and </a:t>
            </a:r>
            <a:r>
              <a:rPr lang="en-US" dirty="0">
                <a:solidFill>
                  <a:schemeClr val="bg2">
                    <a:lumMod val="50000"/>
                  </a:schemeClr>
                </a:solidFill>
              </a:rPr>
              <a:t>moves</a:t>
            </a:r>
            <a:r>
              <a:rPr lang="en-US" dirty="0"/>
              <a:t> along with page </a:t>
            </a:r>
            <a:r>
              <a:rPr lang="en-US" dirty="0">
                <a:solidFill>
                  <a:schemeClr val="bg2">
                    <a:lumMod val="50000"/>
                  </a:schemeClr>
                </a:solidFill>
              </a:rPr>
              <a:t>scrolling</a:t>
            </a:r>
            <a:r>
              <a:rPr lang="en-US" dirty="0"/>
              <a:t>.</a:t>
            </a:r>
          </a:p>
          <a:p>
            <a:pPr marL="285750" indent="-285750">
              <a:buFont typeface="Arial" panose="020B0604020202020204" pitchFamily="34" charset="0"/>
              <a:buChar char="•"/>
            </a:pPr>
            <a:r>
              <a:rPr lang="en-US" dirty="0"/>
              <a:t>"positioned" element is one whose position is anything except static.</a:t>
            </a:r>
          </a:p>
          <a:p>
            <a:endParaRPr lang="en-US" dirty="0"/>
          </a:p>
          <a:p>
            <a:r>
              <a:rPr lang="en-US" dirty="0" err="1"/>
              <a:t>div.relative</a:t>
            </a:r>
            <a:r>
              <a:rPr lang="en-US" dirty="0"/>
              <a:t> {</a:t>
            </a:r>
          </a:p>
          <a:p>
            <a:r>
              <a:rPr lang="en-US" dirty="0"/>
              <a:t>  position: relative;</a:t>
            </a:r>
          </a:p>
          <a:p>
            <a:r>
              <a:rPr lang="en-US" dirty="0"/>
              <a:t>  width: 400px;</a:t>
            </a:r>
          </a:p>
          <a:p>
            <a:r>
              <a:rPr lang="en-US" dirty="0"/>
              <a:t>  height: 200px;</a:t>
            </a:r>
          </a:p>
          <a:p>
            <a:r>
              <a:rPr lang="en-US" dirty="0"/>
              <a:t>  border: 3px solid #73AD21;</a:t>
            </a:r>
          </a:p>
          <a:p>
            <a:r>
              <a:rPr lang="en-US" dirty="0"/>
              <a:t>}</a:t>
            </a:r>
          </a:p>
          <a:p>
            <a:r>
              <a:rPr lang="en-US" dirty="0" err="1"/>
              <a:t>div.absolute</a:t>
            </a:r>
            <a:r>
              <a:rPr lang="en-US" dirty="0"/>
              <a:t> {</a:t>
            </a:r>
          </a:p>
          <a:p>
            <a:r>
              <a:rPr lang="en-US" dirty="0">
                <a:solidFill>
                  <a:schemeClr val="bg2">
                    <a:lumMod val="50000"/>
                  </a:schemeClr>
                </a:solidFill>
              </a:rPr>
              <a:t>  position: absolute;</a:t>
            </a:r>
          </a:p>
          <a:p>
            <a:r>
              <a:rPr lang="en-US" dirty="0"/>
              <a:t>  top: 80px;</a:t>
            </a:r>
          </a:p>
          <a:p>
            <a:r>
              <a:rPr lang="en-US" dirty="0"/>
              <a:t>  right: 0;</a:t>
            </a:r>
          </a:p>
          <a:p>
            <a:r>
              <a:rPr lang="en-US" dirty="0"/>
              <a:t>  width: 200px;</a:t>
            </a:r>
          </a:p>
          <a:p>
            <a:r>
              <a:rPr lang="en-US" dirty="0"/>
              <a:t>  height: 100px;</a:t>
            </a:r>
          </a:p>
          <a:p>
            <a:r>
              <a:rPr lang="en-US" dirty="0"/>
              <a:t>  border: 3px solid #73AD21;</a:t>
            </a:r>
          </a:p>
          <a:p>
            <a:r>
              <a:rPr lang="en-US" dirty="0"/>
              <a:t>}</a:t>
            </a:r>
          </a:p>
        </p:txBody>
      </p:sp>
      <p:pic>
        <p:nvPicPr>
          <p:cNvPr id="5" name="Picture 4">
            <a:extLst>
              <a:ext uri="{FF2B5EF4-FFF2-40B4-BE49-F238E27FC236}">
                <a16:creationId xmlns:a16="http://schemas.microsoft.com/office/drawing/2014/main" id="{96ADE137-AAC7-4FAF-BC5A-44B26A9AB6F9}"/>
              </a:ext>
            </a:extLst>
          </p:cNvPr>
          <p:cNvPicPr>
            <a:picLocks noChangeAspect="1"/>
          </p:cNvPicPr>
          <p:nvPr/>
        </p:nvPicPr>
        <p:blipFill>
          <a:blip r:embed="rId2"/>
          <a:stretch>
            <a:fillRect/>
          </a:stretch>
        </p:blipFill>
        <p:spPr>
          <a:xfrm>
            <a:off x="4364500" y="4024271"/>
            <a:ext cx="3990975" cy="2057400"/>
          </a:xfrm>
          <a:prstGeom prst="rect">
            <a:avLst/>
          </a:prstGeom>
        </p:spPr>
      </p:pic>
    </p:spTree>
    <p:extLst>
      <p:ext uri="{BB962C8B-B14F-4D97-AF65-F5344CB8AC3E}">
        <p14:creationId xmlns:p14="http://schemas.microsoft.com/office/powerpoint/2010/main" val="3010757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a:latin typeface="Cambria" panose="02040503050406030204" pitchFamily="18" charset="0"/>
                <a:ea typeface="Cambria" panose="02040503050406030204" pitchFamily="18" charset="0"/>
              </a:rPr>
              <a:t>position: sticky;</a:t>
            </a:r>
            <a:endParaRPr lang="en-US" sz="2800" dirty="0">
              <a:latin typeface="Cambria" panose="02040503050406030204" pitchFamily="18" charset="0"/>
              <a:ea typeface="Cambria" panose="02040503050406030204" pitchFamily="18" charset="0"/>
            </a:endParaRPr>
          </a:p>
        </p:txBody>
      </p:sp>
      <p:sp>
        <p:nvSpPr>
          <p:cNvPr id="10" name="Rectangle 9">
            <a:extLst>
              <a:ext uri="{FF2B5EF4-FFF2-40B4-BE49-F238E27FC236}">
                <a16:creationId xmlns:a16="http://schemas.microsoft.com/office/drawing/2014/main" id="{0E92DDD1-D7A5-4D32-8267-B43DD005B024}"/>
              </a:ext>
            </a:extLst>
          </p:cNvPr>
          <p:cNvSpPr/>
          <p:nvPr/>
        </p:nvSpPr>
        <p:spPr>
          <a:xfrm>
            <a:off x="555672" y="1269671"/>
            <a:ext cx="7617657" cy="3816429"/>
          </a:xfrm>
          <a:prstGeom prst="rect">
            <a:avLst/>
          </a:prstGeom>
        </p:spPr>
        <p:txBody>
          <a:bodyPr wrap="square">
            <a:spAutoFit/>
          </a:bodyPr>
          <a:lstStyle/>
          <a:p>
            <a:pPr marL="285750" indent="-285750">
              <a:buFont typeface="Arial" panose="020B0604020202020204" pitchFamily="34" charset="0"/>
              <a:buChar char="•"/>
            </a:pPr>
            <a:r>
              <a:rPr lang="en-US" sz="2000">
                <a:latin typeface="Cambria" panose="02040503050406030204" pitchFamily="18" charset="0"/>
                <a:ea typeface="Cambria" panose="02040503050406030204" pitchFamily="18" charset="0"/>
              </a:rPr>
              <a:t>sticky is positioned based on the user's scroll position.</a:t>
            </a:r>
          </a:p>
          <a:p>
            <a:pPr marL="285750" indent="-285750">
              <a:buFont typeface="Arial" panose="020B0604020202020204" pitchFamily="34" charset="0"/>
              <a:buChar char="•"/>
            </a:pPr>
            <a:r>
              <a:rPr lang="en-US" sz="2000">
                <a:latin typeface="Cambria" panose="02040503050406030204" pitchFamily="18" charset="0"/>
                <a:ea typeface="Cambria" panose="02040503050406030204" pitchFamily="18" charset="0"/>
              </a:rPr>
              <a:t>A sticky element toggles between relative and fixed, depending on the scroll position. It is positioned relative until a given offset position is met in the viewport - then it "sticks" in place.</a:t>
            </a:r>
          </a:p>
          <a:p>
            <a:pPr marL="285750" indent="-285750">
              <a:buFont typeface="Arial" panose="020B0604020202020204" pitchFamily="34" charset="0"/>
              <a:buChar char="•"/>
            </a:pPr>
            <a:endParaRPr lang="en-US">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endParaRPr lang="en-US">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endParaRPr lang="en-US">
              <a:latin typeface="Cambria" panose="02040503050406030204" pitchFamily="18" charset="0"/>
              <a:ea typeface="Cambria" panose="02040503050406030204" pitchFamily="18" charset="0"/>
            </a:endParaRPr>
          </a:p>
          <a:p>
            <a:r>
              <a:rPr lang="en-US">
                <a:latin typeface="Cambria" panose="02040503050406030204" pitchFamily="18" charset="0"/>
                <a:ea typeface="Cambria" panose="02040503050406030204" pitchFamily="18" charset="0"/>
              </a:rPr>
              <a:t>div.sticky {</a:t>
            </a:r>
            <a:br>
              <a:rPr lang="en-US">
                <a:latin typeface="Cambria" panose="02040503050406030204" pitchFamily="18" charset="0"/>
                <a:ea typeface="Cambria" panose="02040503050406030204" pitchFamily="18" charset="0"/>
              </a:rPr>
            </a:br>
            <a:r>
              <a:rPr lang="en-US">
                <a:solidFill>
                  <a:schemeClr val="bg2">
                    <a:lumMod val="50000"/>
                  </a:schemeClr>
                </a:solidFill>
                <a:latin typeface="Cambria" panose="02040503050406030204" pitchFamily="18" charset="0"/>
                <a:ea typeface="Cambria" panose="02040503050406030204" pitchFamily="18" charset="0"/>
              </a:rPr>
              <a:t>  position: sticky;</a:t>
            </a:r>
            <a:br>
              <a:rPr lang="en-US">
                <a:latin typeface="Cambria" panose="02040503050406030204" pitchFamily="18" charset="0"/>
                <a:ea typeface="Cambria" panose="02040503050406030204" pitchFamily="18" charset="0"/>
              </a:rPr>
            </a:br>
            <a:r>
              <a:rPr lang="en-US">
                <a:latin typeface="Cambria" panose="02040503050406030204" pitchFamily="18" charset="0"/>
                <a:ea typeface="Cambria" panose="02040503050406030204" pitchFamily="18" charset="0"/>
              </a:rPr>
              <a:t>  top: 0;</a:t>
            </a:r>
            <a:br>
              <a:rPr lang="en-US">
                <a:latin typeface="Cambria" panose="02040503050406030204" pitchFamily="18" charset="0"/>
                <a:ea typeface="Cambria" panose="02040503050406030204" pitchFamily="18" charset="0"/>
              </a:rPr>
            </a:br>
            <a:r>
              <a:rPr lang="en-US">
                <a:latin typeface="Cambria" panose="02040503050406030204" pitchFamily="18" charset="0"/>
                <a:ea typeface="Cambria" panose="02040503050406030204" pitchFamily="18" charset="0"/>
              </a:rPr>
              <a:t>  background-color: green;</a:t>
            </a:r>
            <a:br>
              <a:rPr lang="en-US">
                <a:latin typeface="Cambria" panose="02040503050406030204" pitchFamily="18" charset="0"/>
                <a:ea typeface="Cambria" panose="02040503050406030204" pitchFamily="18" charset="0"/>
              </a:rPr>
            </a:br>
            <a:r>
              <a:rPr lang="en-US">
                <a:latin typeface="Cambria" panose="02040503050406030204" pitchFamily="18" charset="0"/>
                <a:ea typeface="Cambria" panose="02040503050406030204" pitchFamily="18" charset="0"/>
              </a:rPr>
              <a:t>  border: 2px solid #4CAF50;</a:t>
            </a:r>
            <a:br>
              <a:rPr lang="en-US">
                <a:latin typeface="Cambria" panose="02040503050406030204" pitchFamily="18" charset="0"/>
                <a:ea typeface="Cambria" panose="02040503050406030204" pitchFamily="18" charset="0"/>
              </a:rPr>
            </a:br>
            <a:r>
              <a:rPr lang="en-US">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B7E0B6BA-4D02-4275-AC25-A8EC6F0B0DE0}"/>
              </a:ext>
            </a:extLst>
          </p:cNvPr>
          <p:cNvPicPr>
            <a:picLocks noChangeAspect="1"/>
          </p:cNvPicPr>
          <p:nvPr/>
        </p:nvPicPr>
        <p:blipFill>
          <a:blip r:embed="rId2"/>
          <a:stretch>
            <a:fillRect/>
          </a:stretch>
        </p:blipFill>
        <p:spPr>
          <a:xfrm>
            <a:off x="795923" y="4912848"/>
            <a:ext cx="8086725" cy="1562100"/>
          </a:xfrm>
          <a:prstGeom prst="rect">
            <a:avLst/>
          </a:prstGeom>
        </p:spPr>
      </p:pic>
    </p:spTree>
    <p:extLst>
      <p:ext uri="{BB962C8B-B14F-4D97-AF65-F5344CB8AC3E}">
        <p14:creationId xmlns:p14="http://schemas.microsoft.com/office/powerpoint/2010/main" val="2091556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Cambria" panose="02040503050406030204" pitchFamily="18" charset="0"/>
                <a:ea typeface="Cambria" panose="02040503050406030204" pitchFamily="18" charset="0"/>
              </a:rPr>
              <a:t>Website Layout</a:t>
            </a:r>
          </a:p>
        </p:txBody>
      </p:sp>
      <p:sp>
        <p:nvSpPr>
          <p:cNvPr id="3" name="Rectangle 1">
            <a:extLst>
              <a:ext uri="{FF2B5EF4-FFF2-40B4-BE49-F238E27FC236}">
                <a16:creationId xmlns:a16="http://schemas.microsoft.com/office/drawing/2014/main" id="{68710762-839A-41F8-84A0-2FFA7B32CCE0}"/>
              </a:ext>
            </a:extLst>
          </p:cNvPr>
          <p:cNvSpPr>
            <a:spLocks noChangeArrowheads="1"/>
          </p:cNvSpPr>
          <p:nvPr/>
        </p:nvSpPr>
        <p:spPr bwMode="auto">
          <a:xfrm>
            <a:off x="283529" y="2074209"/>
            <a:ext cx="8584246" cy="36933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dirty="0">
                <a:latin typeface="Cambria" panose="02040503050406030204" pitchFamily="18" charset="0"/>
                <a:ea typeface="Cambria" panose="02040503050406030204" pitchFamily="18" charset="0"/>
              </a:rPr>
              <a:t>A website is often divided into headers, menus, content and a footer:</a:t>
            </a:r>
          </a:p>
        </p:txBody>
      </p:sp>
      <p:pic>
        <p:nvPicPr>
          <p:cNvPr id="4" name="Picture 3">
            <a:extLst>
              <a:ext uri="{FF2B5EF4-FFF2-40B4-BE49-F238E27FC236}">
                <a16:creationId xmlns:a16="http://schemas.microsoft.com/office/drawing/2014/main" id="{A1F0BD2B-9F69-4818-A330-F02BBB770B66}"/>
              </a:ext>
            </a:extLst>
          </p:cNvPr>
          <p:cNvPicPr>
            <a:picLocks noChangeAspect="1"/>
          </p:cNvPicPr>
          <p:nvPr/>
        </p:nvPicPr>
        <p:blipFill>
          <a:blip r:embed="rId2">
            <a:duotone>
              <a:prstClr val="black"/>
              <a:schemeClr val="accent2">
                <a:tint val="45000"/>
                <a:satMod val="400000"/>
              </a:schemeClr>
            </a:duotone>
          </a:blip>
          <a:stretch>
            <a:fillRect/>
          </a:stretch>
        </p:blipFill>
        <p:spPr>
          <a:xfrm>
            <a:off x="1374377" y="2496977"/>
            <a:ext cx="6395245" cy="3576627"/>
          </a:xfrm>
          <a:prstGeom prst="rect">
            <a:avLst/>
          </a:prstGeom>
          <a:ln>
            <a:solidFill>
              <a:schemeClr val="tx1"/>
            </a:solidFill>
          </a:ln>
        </p:spPr>
      </p:pic>
    </p:spTree>
    <p:extLst>
      <p:ext uri="{BB962C8B-B14F-4D97-AF65-F5344CB8AC3E}">
        <p14:creationId xmlns:p14="http://schemas.microsoft.com/office/powerpoint/2010/main" val="1421875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Header And Navigation Bar</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5724644"/>
          </a:xfrm>
          <a:prstGeom prst="rect">
            <a:avLst/>
          </a:prstGeom>
        </p:spPr>
        <p:txBody>
          <a:bodyPr wrap="square">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 header is usually located at the top of the website</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It often contains a logo or the website name.</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rPr>
              <a:t>A navigation bar contains a list of links</a:t>
            </a:r>
          </a:p>
          <a:p>
            <a:r>
              <a:rPr lang="en-US" sz="1400" dirty="0">
                <a:latin typeface="Cambria" panose="02040503050406030204" pitchFamily="18" charset="0"/>
                <a:ea typeface="Cambria" panose="02040503050406030204" pitchFamily="18" charset="0"/>
              </a:rPr>
              <a:t>.</a:t>
            </a:r>
            <a:r>
              <a:rPr lang="en-US" sz="1400" dirty="0">
                <a:solidFill>
                  <a:schemeClr val="bg2">
                    <a:lumMod val="50000"/>
                  </a:schemeClr>
                </a:solidFill>
                <a:latin typeface="Cambria" panose="02040503050406030204" pitchFamily="18" charset="0"/>
                <a:ea typeface="Cambria" panose="02040503050406030204" pitchFamily="18" charset="0"/>
              </a:rPr>
              <a:t>header</a:t>
            </a:r>
            <a:r>
              <a:rPr lang="en-US" sz="1400" dirty="0">
                <a:latin typeface="Cambria" panose="02040503050406030204" pitchFamily="18" charset="0"/>
                <a:ea typeface="Cambria" panose="02040503050406030204" pitchFamily="18" charset="0"/>
              </a:rPr>
              <a:t> {</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background-color: #F1F1F1;</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text-align: center;</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padding: 20px;</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r>
              <a:rPr lang="en-US" sz="1400" dirty="0" err="1">
                <a:solidFill>
                  <a:schemeClr val="bg2">
                    <a:lumMod val="50000"/>
                  </a:schemeClr>
                </a:solidFill>
                <a:latin typeface="Cambria" panose="02040503050406030204" pitchFamily="18" charset="0"/>
                <a:ea typeface="Cambria" panose="02040503050406030204" pitchFamily="18" charset="0"/>
              </a:rPr>
              <a:t>topnav</a:t>
            </a:r>
            <a:r>
              <a:rPr lang="en-US" sz="1400" dirty="0">
                <a:latin typeface="Cambria" panose="02040503050406030204" pitchFamily="18" charset="0"/>
                <a:ea typeface="Cambria" panose="02040503050406030204" pitchFamily="18" charset="0"/>
              </a:rPr>
              <a:t> {</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overflow: hidden;</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background-color: #333;</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r>
              <a:rPr lang="en-US" sz="1400" dirty="0" err="1">
                <a:solidFill>
                  <a:schemeClr val="bg2">
                    <a:lumMod val="50000"/>
                  </a:schemeClr>
                </a:solidFill>
                <a:latin typeface="Cambria" panose="02040503050406030204" pitchFamily="18" charset="0"/>
                <a:ea typeface="Cambria" panose="02040503050406030204" pitchFamily="18" charset="0"/>
              </a:rPr>
              <a:t>topnav</a:t>
            </a:r>
            <a:r>
              <a:rPr lang="en-US" sz="1400" dirty="0">
                <a:solidFill>
                  <a:schemeClr val="bg2">
                    <a:lumMod val="50000"/>
                  </a:schemeClr>
                </a:solidFill>
                <a:latin typeface="Cambria" panose="02040503050406030204" pitchFamily="18" charset="0"/>
                <a:ea typeface="Cambria" panose="02040503050406030204" pitchFamily="18" charset="0"/>
              </a:rPr>
              <a:t> a</a:t>
            </a:r>
            <a:r>
              <a:rPr lang="en-US" sz="1400" dirty="0">
                <a:latin typeface="Cambria" panose="02040503050406030204" pitchFamily="18" charset="0"/>
                <a:ea typeface="Cambria" panose="02040503050406030204" pitchFamily="18" charset="0"/>
              </a:rPr>
              <a:t> {</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float: left;</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display: block;</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color: #f2f2f2;</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text-align: center;</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padding: 14px 16px;</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text-decoration: none;</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r>
              <a:rPr lang="en-US" sz="1400" dirty="0" err="1">
                <a:solidFill>
                  <a:schemeClr val="bg2">
                    <a:lumMod val="50000"/>
                  </a:schemeClr>
                </a:solidFill>
                <a:latin typeface="Cambria" panose="02040503050406030204" pitchFamily="18" charset="0"/>
                <a:ea typeface="Cambria" panose="02040503050406030204" pitchFamily="18" charset="0"/>
              </a:rPr>
              <a:t>topnav</a:t>
            </a:r>
            <a:r>
              <a:rPr lang="en-US" sz="1400" dirty="0">
                <a:solidFill>
                  <a:schemeClr val="bg2">
                    <a:lumMod val="50000"/>
                  </a:schemeClr>
                </a:solidFill>
                <a:latin typeface="Cambria" panose="02040503050406030204" pitchFamily="18" charset="0"/>
                <a:ea typeface="Cambria" panose="02040503050406030204" pitchFamily="18" charset="0"/>
              </a:rPr>
              <a:t> a:hover</a:t>
            </a:r>
            <a:r>
              <a:rPr lang="en-US" sz="1400" dirty="0">
                <a:latin typeface="Cambria" panose="02040503050406030204" pitchFamily="18" charset="0"/>
                <a:ea typeface="Cambria" panose="02040503050406030204" pitchFamily="18" charset="0"/>
              </a:rPr>
              <a:t> {</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background-color: #</a:t>
            </a:r>
            <a:r>
              <a:rPr lang="en-US" sz="1400" dirty="0" err="1">
                <a:latin typeface="Cambria" panose="02040503050406030204" pitchFamily="18" charset="0"/>
                <a:ea typeface="Cambria" panose="02040503050406030204" pitchFamily="18" charset="0"/>
              </a:rPr>
              <a:t>ddd</a:t>
            </a:r>
            <a:r>
              <a:rPr lang="en-US" sz="1400" dirty="0">
                <a:latin typeface="Cambria" panose="02040503050406030204" pitchFamily="18" charset="0"/>
                <a:ea typeface="Cambria" panose="02040503050406030204" pitchFamily="18" charset="0"/>
              </a:rPr>
              <a:t>;</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  color: black;</a:t>
            </a:r>
            <a:br>
              <a:rPr lang="en-US" sz="1400" dirty="0">
                <a:latin typeface="Cambria" panose="02040503050406030204" pitchFamily="18" charset="0"/>
                <a:ea typeface="Cambria" panose="02040503050406030204" pitchFamily="18" charset="0"/>
              </a:rPr>
            </a:br>
            <a:r>
              <a:rPr lang="en-US" sz="1400" dirty="0">
                <a:latin typeface="Cambria" panose="02040503050406030204" pitchFamily="18" charset="0"/>
                <a:ea typeface="Cambria" panose="02040503050406030204" pitchFamily="18" charset="0"/>
              </a:rPr>
              <a:t>}</a:t>
            </a:r>
          </a:p>
          <a:p>
            <a:endParaRPr lang="en-US" dirty="0">
              <a:latin typeface="Cambria" panose="02040503050406030204" pitchFamily="18" charset="0"/>
              <a:ea typeface="Cambria" panose="02040503050406030204" pitchFamily="18" charset="0"/>
            </a:endParaRPr>
          </a:p>
        </p:txBody>
      </p:sp>
      <p:pic>
        <p:nvPicPr>
          <p:cNvPr id="2" name="Picture 1">
            <a:extLst>
              <a:ext uri="{FF2B5EF4-FFF2-40B4-BE49-F238E27FC236}">
                <a16:creationId xmlns:a16="http://schemas.microsoft.com/office/drawing/2014/main" id="{AD04F558-AEB1-42C4-A8A7-127EA7D8D4B5}"/>
              </a:ext>
            </a:extLst>
          </p:cNvPr>
          <p:cNvPicPr>
            <a:picLocks noChangeAspect="1"/>
          </p:cNvPicPr>
          <p:nvPr/>
        </p:nvPicPr>
        <p:blipFill>
          <a:blip r:embed="rId2"/>
          <a:stretch>
            <a:fillRect/>
          </a:stretch>
        </p:blipFill>
        <p:spPr>
          <a:xfrm>
            <a:off x="2581422" y="5045586"/>
            <a:ext cx="6400800" cy="1447800"/>
          </a:xfrm>
          <a:prstGeom prst="rect">
            <a:avLst/>
          </a:prstGeom>
        </p:spPr>
      </p:pic>
      <p:sp>
        <p:nvSpPr>
          <p:cNvPr id="3" name="Rectangle 2">
            <a:extLst>
              <a:ext uri="{FF2B5EF4-FFF2-40B4-BE49-F238E27FC236}">
                <a16:creationId xmlns:a16="http://schemas.microsoft.com/office/drawing/2014/main" id="{7969A3B9-C9F9-4644-87F9-AE86AF6A0D91}"/>
              </a:ext>
            </a:extLst>
          </p:cNvPr>
          <p:cNvSpPr/>
          <p:nvPr/>
        </p:nvSpPr>
        <p:spPr>
          <a:xfrm>
            <a:off x="4885010" y="1982450"/>
            <a:ext cx="3801792" cy="289310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&lt;body&gt;</a:t>
            </a:r>
          </a:p>
          <a:p>
            <a:endParaRPr lang="en-US" sz="1400" dirty="0"/>
          </a:p>
          <a:p>
            <a:r>
              <a:rPr lang="en-US" sz="1400" dirty="0"/>
              <a:t>&lt;div class="</a:t>
            </a:r>
            <a:r>
              <a:rPr lang="en-US" sz="1400" dirty="0">
                <a:solidFill>
                  <a:schemeClr val="bg2">
                    <a:lumMod val="50000"/>
                  </a:schemeClr>
                </a:solidFill>
              </a:rPr>
              <a:t>header</a:t>
            </a:r>
            <a:r>
              <a:rPr lang="en-US" sz="1400" dirty="0"/>
              <a:t>"&gt;</a:t>
            </a:r>
          </a:p>
          <a:p>
            <a:r>
              <a:rPr lang="en-US" sz="1400" dirty="0"/>
              <a:t>  &lt;h1&gt;Header&lt;/h1&gt;</a:t>
            </a:r>
          </a:p>
          <a:p>
            <a:r>
              <a:rPr lang="en-US" sz="1400" dirty="0"/>
              <a:t>&lt;/div&gt;</a:t>
            </a:r>
          </a:p>
          <a:p>
            <a:endParaRPr lang="en-US" sz="1400" dirty="0"/>
          </a:p>
          <a:p>
            <a:r>
              <a:rPr lang="en-US" sz="1400" dirty="0"/>
              <a:t>&lt;div class="</a:t>
            </a:r>
            <a:r>
              <a:rPr lang="en-US" sz="1400" dirty="0" err="1">
                <a:solidFill>
                  <a:schemeClr val="bg2">
                    <a:lumMod val="50000"/>
                  </a:schemeClr>
                </a:solidFill>
              </a:rPr>
              <a:t>topnav</a:t>
            </a:r>
            <a:r>
              <a:rPr lang="en-US" sz="1400" dirty="0"/>
              <a:t>"&gt;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  &lt;a </a:t>
            </a:r>
            <a:r>
              <a:rPr lang="en-US" sz="1400" dirty="0" err="1"/>
              <a:t>href</a:t>
            </a:r>
            <a:r>
              <a:rPr lang="en-US" sz="1400" dirty="0"/>
              <a:t>="#"&gt;Link&lt;/a&gt;</a:t>
            </a:r>
          </a:p>
          <a:p>
            <a:r>
              <a:rPr lang="en-US" sz="1400" dirty="0"/>
              <a:t>&lt;/div&gt;</a:t>
            </a:r>
          </a:p>
          <a:p>
            <a:endParaRPr lang="en-US" sz="1400" dirty="0"/>
          </a:p>
          <a:p>
            <a:r>
              <a:rPr lang="en-US" sz="1400" dirty="0"/>
              <a:t>&lt;/body&gt;</a:t>
            </a:r>
          </a:p>
        </p:txBody>
      </p:sp>
    </p:spTree>
    <p:extLst>
      <p:ext uri="{BB962C8B-B14F-4D97-AF65-F5344CB8AC3E}">
        <p14:creationId xmlns:p14="http://schemas.microsoft.com/office/powerpoint/2010/main" val="14133269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Main Body with Columns</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5355312"/>
          </a:xfrm>
          <a:prstGeom prst="rect">
            <a:avLst/>
          </a:prstGeom>
        </p:spPr>
        <p:txBody>
          <a:bodyPr wrap="square">
            <a:spAutoFit/>
          </a:bodyPr>
          <a:lstStyle/>
          <a:p>
            <a:pPr marL="285750" indent="-285750">
              <a:buFont typeface="Arial" panose="020B0604020202020204" pitchFamily="34" charset="0"/>
              <a:buChar char="•"/>
            </a:pPr>
            <a:r>
              <a:rPr lang="en-US" dirty="0"/>
              <a:t>The main content is the biggest and the most important part of site.</a:t>
            </a:r>
          </a:p>
          <a:p>
            <a:pPr marL="285750" indent="-285750">
              <a:buFont typeface="Arial" panose="020B0604020202020204" pitchFamily="34" charset="0"/>
              <a:buChar char="•"/>
            </a:pPr>
            <a:r>
              <a:rPr lang="en-US" dirty="0"/>
              <a:t>The side content is often used as an alternative navigation or to specify information relevant to the main content.</a:t>
            </a:r>
          </a:p>
          <a:p>
            <a:pPr marL="285750" indent="-285750">
              <a:buFont typeface="Arial" panose="020B0604020202020204" pitchFamily="34" charset="0"/>
              <a:buChar char="•"/>
            </a:pPr>
            <a:r>
              <a:rPr lang="en-US" dirty="0"/>
              <a:t>Widths can be changed and that it should add up to 100% in total.</a:t>
            </a:r>
          </a:p>
          <a:p>
            <a:endParaRPr lang="en-US" dirty="0"/>
          </a:p>
          <a:p>
            <a:r>
              <a:rPr lang="en-US" dirty="0"/>
              <a:t>.</a:t>
            </a:r>
            <a:r>
              <a:rPr lang="en-US" dirty="0">
                <a:solidFill>
                  <a:schemeClr val="bg2">
                    <a:lumMod val="50000"/>
                  </a:schemeClr>
                </a:solidFill>
              </a:rPr>
              <a:t>column</a:t>
            </a:r>
            <a:r>
              <a:rPr lang="en-US" dirty="0"/>
              <a:t> {</a:t>
            </a:r>
          </a:p>
          <a:p>
            <a:r>
              <a:rPr lang="en-US" dirty="0"/>
              <a:t>  float: left;</a:t>
            </a:r>
          </a:p>
          <a:p>
            <a:r>
              <a:rPr lang="en-US" dirty="0"/>
              <a:t>  padding: 10px;</a:t>
            </a:r>
          </a:p>
          <a:p>
            <a:r>
              <a:rPr lang="en-US" dirty="0"/>
              <a:t>}</a:t>
            </a:r>
          </a:p>
          <a:p>
            <a:endParaRPr lang="en-US" dirty="0"/>
          </a:p>
          <a:p>
            <a:r>
              <a:rPr lang="en-US" dirty="0"/>
              <a:t>/* Left and right column */</a:t>
            </a:r>
          </a:p>
          <a:p>
            <a:r>
              <a:rPr lang="en-US" dirty="0"/>
              <a:t>.</a:t>
            </a:r>
            <a:r>
              <a:rPr lang="en-US" dirty="0" err="1">
                <a:solidFill>
                  <a:schemeClr val="bg2">
                    <a:lumMod val="50000"/>
                  </a:schemeClr>
                </a:solidFill>
              </a:rPr>
              <a:t>column.side</a:t>
            </a:r>
            <a:r>
              <a:rPr lang="en-US" dirty="0">
                <a:solidFill>
                  <a:schemeClr val="bg2">
                    <a:lumMod val="50000"/>
                  </a:schemeClr>
                </a:solidFill>
              </a:rPr>
              <a:t> </a:t>
            </a:r>
            <a:r>
              <a:rPr lang="en-US" dirty="0"/>
              <a:t>{</a:t>
            </a:r>
          </a:p>
          <a:p>
            <a:r>
              <a:rPr lang="en-US" dirty="0"/>
              <a:t>  width: 25%;</a:t>
            </a:r>
          </a:p>
          <a:p>
            <a:r>
              <a:rPr lang="en-US" dirty="0"/>
              <a:t>}</a:t>
            </a:r>
          </a:p>
          <a:p>
            <a:endParaRPr lang="en-US" dirty="0"/>
          </a:p>
          <a:p>
            <a:r>
              <a:rPr lang="en-US" dirty="0"/>
              <a:t>/* Middle column */</a:t>
            </a:r>
          </a:p>
          <a:p>
            <a:r>
              <a:rPr lang="en-US" dirty="0"/>
              <a:t>.</a:t>
            </a:r>
            <a:r>
              <a:rPr lang="en-US" dirty="0" err="1">
                <a:solidFill>
                  <a:schemeClr val="bg2">
                    <a:lumMod val="50000"/>
                  </a:schemeClr>
                </a:solidFill>
              </a:rPr>
              <a:t>column.middle</a:t>
            </a:r>
            <a:r>
              <a:rPr lang="en-US" dirty="0">
                <a:solidFill>
                  <a:schemeClr val="bg2">
                    <a:lumMod val="50000"/>
                  </a:schemeClr>
                </a:solidFill>
              </a:rPr>
              <a:t> </a:t>
            </a:r>
            <a:r>
              <a:rPr lang="en-US" dirty="0"/>
              <a:t>{</a:t>
            </a:r>
          </a:p>
          <a:p>
            <a:r>
              <a:rPr lang="en-US" dirty="0"/>
              <a:t>  width: 50%;</a:t>
            </a:r>
          </a:p>
          <a:p>
            <a:r>
              <a:rPr lang="en-US" dirty="0"/>
              <a:t>}</a:t>
            </a:r>
          </a:p>
        </p:txBody>
      </p:sp>
      <p:pic>
        <p:nvPicPr>
          <p:cNvPr id="5" name="Picture 4">
            <a:extLst>
              <a:ext uri="{FF2B5EF4-FFF2-40B4-BE49-F238E27FC236}">
                <a16:creationId xmlns:a16="http://schemas.microsoft.com/office/drawing/2014/main" id="{09CF74BB-ACA3-44A1-9E31-DC4DA1F81304}"/>
              </a:ext>
            </a:extLst>
          </p:cNvPr>
          <p:cNvPicPr>
            <a:picLocks noChangeAspect="1"/>
          </p:cNvPicPr>
          <p:nvPr/>
        </p:nvPicPr>
        <p:blipFill>
          <a:blip r:embed="rId2"/>
          <a:stretch>
            <a:fillRect/>
          </a:stretch>
        </p:blipFill>
        <p:spPr>
          <a:xfrm>
            <a:off x="3145599" y="4045999"/>
            <a:ext cx="5541203" cy="1878519"/>
          </a:xfrm>
          <a:prstGeom prst="rect">
            <a:avLst/>
          </a:prstGeom>
        </p:spPr>
      </p:pic>
    </p:spTree>
    <p:extLst>
      <p:ext uri="{BB962C8B-B14F-4D97-AF65-F5344CB8AC3E}">
        <p14:creationId xmlns:p14="http://schemas.microsoft.com/office/powerpoint/2010/main" val="1627609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1691" y="595100"/>
            <a:ext cx="4206242"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Footer</a:t>
            </a:r>
          </a:p>
        </p:txBody>
      </p:sp>
      <p:sp>
        <p:nvSpPr>
          <p:cNvPr id="10" name="Rectangle 9">
            <a:extLst>
              <a:ext uri="{FF2B5EF4-FFF2-40B4-BE49-F238E27FC236}">
                <a16:creationId xmlns:a16="http://schemas.microsoft.com/office/drawing/2014/main" id="{0E92DDD1-D7A5-4D32-8267-B43DD005B024}"/>
              </a:ext>
            </a:extLst>
          </p:cNvPr>
          <p:cNvSpPr/>
          <p:nvPr/>
        </p:nvSpPr>
        <p:spPr>
          <a:xfrm>
            <a:off x="457198" y="1088514"/>
            <a:ext cx="7617657" cy="2585323"/>
          </a:xfrm>
          <a:prstGeom prst="rect">
            <a:avLst/>
          </a:prstGeom>
        </p:spPr>
        <p:txBody>
          <a:bodyPr wrap="square">
            <a:spAutoFit/>
          </a:bodyPr>
          <a:lstStyle/>
          <a:p>
            <a:r>
              <a:rPr lang="en-US" dirty="0"/>
              <a:t>The footer is placed at the bottom of page.</a:t>
            </a:r>
          </a:p>
          <a:p>
            <a:r>
              <a:rPr lang="en-US" dirty="0"/>
              <a:t>It often contains information like copyright and contact info.</a:t>
            </a:r>
          </a:p>
          <a:p>
            <a:endParaRPr lang="en-US" dirty="0"/>
          </a:p>
          <a:p>
            <a:r>
              <a:rPr lang="en-US" dirty="0"/>
              <a:t>.</a:t>
            </a:r>
            <a:r>
              <a:rPr lang="en-US" dirty="0">
                <a:solidFill>
                  <a:schemeClr val="bg2">
                    <a:lumMod val="50000"/>
                  </a:schemeClr>
                </a:solidFill>
              </a:rPr>
              <a:t>footer</a:t>
            </a:r>
            <a:r>
              <a:rPr lang="en-US" dirty="0"/>
              <a:t> {</a:t>
            </a:r>
            <a:br>
              <a:rPr lang="en-US" dirty="0"/>
            </a:br>
            <a:r>
              <a:rPr lang="en-US" dirty="0"/>
              <a:t>  background-color: #F1F1F1;</a:t>
            </a:r>
            <a:br>
              <a:rPr lang="en-US" dirty="0"/>
            </a:br>
            <a:r>
              <a:rPr lang="en-US" dirty="0"/>
              <a:t>  text-align: center;</a:t>
            </a:r>
            <a:br>
              <a:rPr lang="en-US" dirty="0"/>
            </a:br>
            <a:r>
              <a:rPr lang="en-US" dirty="0"/>
              <a:t>  padding: 10px;</a:t>
            </a:r>
            <a:br>
              <a:rPr lang="en-US" dirty="0"/>
            </a:br>
            <a:r>
              <a:rPr lang="en-US" dirty="0"/>
              <a:t>}</a:t>
            </a:r>
          </a:p>
          <a:p>
            <a:endParaRPr lang="en-US" dirty="0"/>
          </a:p>
        </p:txBody>
      </p:sp>
    </p:spTree>
    <p:extLst>
      <p:ext uri="{BB962C8B-B14F-4D97-AF65-F5344CB8AC3E}">
        <p14:creationId xmlns:p14="http://schemas.microsoft.com/office/powerpoint/2010/main" val="38843669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251843" y="1743399"/>
            <a:ext cx="8640314" cy="1384995"/>
          </a:xfrm>
          <a:prstGeom prst="rect">
            <a:avLst/>
          </a:prstGeom>
          <a:noFill/>
        </p:spPr>
        <p:txBody>
          <a:bodyPr wrap="none" rtlCol="0">
            <a:spAutoFit/>
          </a:bodyPr>
          <a:lstStyle/>
          <a:p>
            <a:pPr marL="457200" indent="-457200">
              <a:buFont typeface="Arial" panose="020B0604020202020204" pitchFamily="34" charset="0"/>
              <a:buChar char="•"/>
            </a:pPr>
            <a:r>
              <a:rPr lang="en-US" sz="2800" dirty="0"/>
              <a:t>MySQL - </a:t>
            </a:r>
            <a:r>
              <a:rPr lang="en-US" sz="2800" dirty="0">
                <a:hlinkClick r:id="rId2"/>
              </a:rPr>
              <a:t>www.mysql.com</a:t>
            </a:r>
            <a:endParaRPr lang="en-US" sz="2800" dirty="0"/>
          </a:p>
          <a:p>
            <a:pPr marL="457200" indent="-457200">
              <a:buFont typeface="Arial" panose="020B0604020202020204" pitchFamily="34" charset="0"/>
              <a:buChar char="•"/>
            </a:pPr>
            <a:r>
              <a:rPr lang="en-US" sz="2800" dirty="0"/>
              <a:t>W3Schools Online Web Tutorials- </a:t>
            </a:r>
            <a:r>
              <a:rPr lang="en-US" sz="2800" dirty="0">
                <a:hlinkClick r:id="rId3"/>
              </a:rPr>
              <a:t>www.w3schools.com</a:t>
            </a:r>
            <a:endParaRPr lang="en-US" sz="2800" dirty="0"/>
          </a:p>
          <a:p>
            <a:pPr marL="457200" indent="-457200">
              <a:buFont typeface="Arial" panose="020B0604020202020204" pitchFamily="34" charset="0"/>
              <a:buChar char="•"/>
            </a:pPr>
            <a:r>
              <a:rPr lang="en-US" sz="2800" dirty="0"/>
              <a:t>PHP Manual - </a:t>
            </a:r>
            <a:r>
              <a:rPr lang="en-US" sz="2800" dirty="0">
                <a:hlinkClick r:id="rId4"/>
              </a:rPr>
              <a:t>www.php.net</a:t>
            </a:r>
            <a:endParaRPr lang="en-US" sz="2800" dirty="0"/>
          </a:p>
        </p:txBody>
      </p:sp>
    </p:spTree>
    <p:extLst>
      <p:ext uri="{BB962C8B-B14F-4D97-AF65-F5344CB8AC3E}">
        <p14:creationId xmlns:p14="http://schemas.microsoft.com/office/powerpoint/2010/main" val="3224969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65759" y="1605903"/>
            <a:ext cx="8412481"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Sams</a:t>
            </a:r>
            <a:r>
              <a:rPr lang="en-US" sz="2400" dirty="0"/>
              <a:t> Teach Yourself Ajax JavaScript and PHP All in One; Phil Ballard and Michael Moncur;</a:t>
            </a:r>
          </a:p>
          <a:p>
            <a:pPr marL="285750" indent="-285750">
              <a:buFont typeface="Arial" panose="020B0604020202020204" pitchFamily="34" charset="0"/>
              <a:buChar char="•"/>
            </a:pPr>
            <a:r>
              <a:rPr lang="en-US" sz="2400" dirty="0" err="1"/>
              <a:t>Sams</a:t>
            </a:r>
            <a:r>
              <a:rPr lang="en-US" sz="2400" dirty="0"/>
              <a:t> Publishing; 2010</a:t>
            </a:r>
          </a:p>
          <a:p>
            <a:pPr marL="285750" indent="-285750">
              <a:buFont typeface="Arial" panose="020B0604020202020204" pitchFamily="34" charset="0"/>
              <a:buChar char="•"/>
            </a:pPr>
            <a:r>
              <a:rPr lang="en-US" sz="2400" dirty="0"/>
              <a:t>JavaScript Phrasebook; Christian Wenz; </a:t>
            </a:r>
            <a:r>
              <a:rPr lang="en-US" sz="2400" dirty="0" err="1"/>
              <a:t>Sams</a:t>
            </a:r>
            <a:r>
              <a:rPr lang="en-US" sz="2400" dirty="0"/>
              <a:t> Publishing; 2007</a:t>
            </a:r>
          </a:p>
          <a:p>
            <a:pPr marL="285750" indent="-285750">
              <a:buFont typeface="Arial" panose="020B0604020202020204" pitchFamily="34" charset="0"/>
              <a:buChar char="•"/>
            </a:pPr>
            <a:r>
              <a:rPr lang="en-US" sz="2400" dirty="0"/>
              <a:t>PHP and MySQL Web Development, 4/E; Luke Welling and Laura Thomson; </a:t>
            </a:r>
            <a:r>
              <a:rPr lang="en-US" sz="2400" dirty="0" err="1"/>
              <a:t>AddisonWesley</a:t>
            </a:r>
            <a:r>
              <a:rPr lang="en-US" sz="2400" dirty="0"/>
              <a:t> Professional; 2009</a:t>
            </a:r>
          </a:p>
          <a:p>
            <a:pPr marL="285750" indent="-285750">
              <a:buFont typeface="Arial" panose="020B0604020202020204" pitchFamily="34" charset="0"/>
              <a:buChar char="•"/>
            </a:pPr>
            <a:r>
              <a:rPr lang="en-US" sz="2400" dirty="0"/>
              <a:t>JavaScript for Programmers Paul J. </a:t>
            </a:r>
            <a:r>
              <a:rPr lang="en-US" sz="2400" dirty="0" err="1"/>
              <a:t>Deitel</a:t>
            </a:r>
            <a:r>
              <a:rPr lang="en-US" sz="2400" dirty="0"/>
              <a:t> and Harvey M. </a:t>
            </a:r>
            <a:r>
              <a:rPr lang="en-US" sz="2400" dirty="0" err="1"/>
              <a:t>Deitel</a:t>
            </a:r>
            <a:r>
              <a:rPr lang="en-US" sz="2400" dirty="0"/>
              <a:t>; Prentice Hall; 2009</a:t>
            </a:r>
            <a:endParaRPr lang="x-none" sz="2400" dirty="0"/>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A738DD7176B04DB0A7A860E99B23CF" ma:contentTypeVersion="0" ma:contentTypeDescription="Create a new document." ma:contentTypeScope="" ma:versionID="7a97f78d27fec4948427116604417f51">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ECBED8C-5F3E-4F07-BC76-AFD2AC193A18}"/>
</file>

<file path=customXml/itemProps2.xml><?xml version="1.0" encoding="utf-8"?>
<ds:datastoreItem xmlns:ds="http://schemas.openxmlformats.org/officeDocument/2006/customXml" ds:itemID="{A35A4236-4971-4818-90AB-44AC5F9AAF94}"/>
</file>

<file path=customXml/itemProps3.xml><?xml version="1.0" encoding="utf-8"?>
<ds:datastoreItem xmlns:ds="http://schemas.openxmlformats.org/officeDocument/2006/customXml" ds:itemID="{64AEBB4D-BA78-4D04-9E88-1AF78DD59846}"/>
</file>

<file path=docProps/app.xml><?xml version="1.0" encoding="utf-8"?>
<Properties xmlns="http://schemas.openxmlformats.org/officeDocument/2006/extended-properties" xmlns:vt="http://schemas.openxmlformats.org/officeDocument/2006/docPropsVTypes">
  <Template>Spectrum.thmx</Template>
  <TotalTime>4464</TotalTime>
  <Words>2612</Words>
  <Application>Microsoft Office PowerPoint</Application>
  <PresentationFormat>On-screen Show (4:3)</PresentationFormat>
  <Paragraphs>327</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Cambria</vt:lpstr>
      <vt:lpstr>Wingdings</vt:lpstr>
      <vt:lpstr>Spectrum</vt:lpstr>
      <vt:lpstr>Introduction to CSS</vt:lpstr>
      <vt:lpstr>Lecture Outline</vt:lpstr>
      <vt:lpstr>Introduction to CSS</vt:lpstr>
      <vt:lpstr>PowerPoint Presentation</vt:lpstr>
      <vt:lpstr>PowerPoint Presentation</vt:lpstr>
      <vt:lpstr>CSS Syntax</vt:lpstr>
      <vt:lpstr>PowerPoint Presentation</vt:lpstr>
      <vt:lpstr>CSS Selectors</vt:lpstr>
      <vt:lpstr>PowerPoint Presentation</vt:lpstr>
      <vt:lpstr>PowerPoint Presentation</vt:lpstr>
      <vt:lpstr>PowerPoint Presentation</vt:lpstr>
      <vt:lpstr>PowerPoint Presentation</vt:lpstr>
      <vt:lpstr>PowerPoint Presentation</vt:lpstr>
      <vt:lpstr>Inserting CSS</vt:lpstr>
      <vt:lpstr>PowerPoint Presentation</vt:lpstr>
      <vt:lpstr>PowerPoint Presentation</vt:lpstr>
      <vt:lpstr>PowerPoint Presentation</vt:lpstr>
      <vt:lpstr>PowerPoint Presentation</vt:lpstr>
      <vt:lpstr>CSS Box Model</vt:lpstr>
      <vt:lpstr>PowerPoint Presentation</vt:lpstr>
      <vt:lpstr>PowerPoint Presentation</vt:lpstr>
      <vt:lpstr>CSS Layout and Position</vt:lpstr>
      <vt:lpstr>PowerPoint Presentation</vt:lpstr>
      <vt:lpstr>PowerPoint Presentation</vt:lpstr>
      <vt:lpstr>PowerPoint Presentation</vt:lpstr>
      <vt:lpstr>PowerPoint Presentation</vt:lpstr>
      <vt:lpstr>PowerPoint Presentation</vt:lpstr>
      <vt:lpstr>Website Layout</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RIFAT AL MAMUN RUDRO</cp:lastModifiedBy>
  <cp:revision>322</cp:revision>
  <dcterms:created xsi:type="dcterms:W3CDTF">2018-12-10T17:20:29Z</dcterms:created>
  <dcterms:modified xsi:type="dcterms:W3CDTF">2026-06-22T02:16:29Z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0x0101006BA738DD7176B04DB0A7A860E99B23CF</vt:lpwstr>
  </property>
</Properties>
</file>